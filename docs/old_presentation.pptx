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15"/>
  </p:notesMasterIdLst>
  <p:sldIdLst>
    <p:sldId id="256" r:id="rId2"/>
    <p:sldId id="257" r:id="rId3"/>
    <p:sldId id="258" r:id="rId4"/>
    <p:sldId id="259" r:id="rId5"/>
    <p:sldId id="260" r:id="rId6"/>
    <p:sldId id="261" r:id="rId7"/>
    <p:sldId id="263" r:id="rId8"/>
    <p:sldId id="262" r:id="rId9"/>
    <p:sldId id="264" r:id="rId10"/>
    <p:sldId id="268" r:id="rId11"/>
    <p:sldId id="265" r:id="rId12"/>
    <p:sldId id="266" r:id="rId13"/>
    <p:sldId id="267" r:id="rId14"/>
  </p:sldIdLst>
  <p:sldSz cx="12192000" cy="6858000"/>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Раздел по умолчанию" id="{AAD98432-BD1C-4C82-A74A-468CDC128221}">
          <p14:sldIdLst>
            <p14:sldId id="256"/>
            <p14:sldId id="257"/>
            <p14:sldId id="258"/>
            <p14:sldId id="259"/>
            <p14:sldId id="260"/>
            <p14:sldId id="261"/>
            <p14:sldId id="263"/>
            <p14:sldId id="262"/>
            <p14:sldId id="264"/>
            <p14:sldId id="268"/>
            <p14:sldId id="265"/>
            <p14:sldId id="266"/>
            <p14:sldId id="2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Средний стиль 2 — акцент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105" d="100"/>
          <a:sy n="105" d="100"/>
        </p:scale>
        <p:origin x="834"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ru-RU"/>
          </a:p>
        </p:txBody>
      </p:sp>
      <p:sp>
        <p:nvSpPr>
          <p:cNvPr id="3" name="Дата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2F69302-1092-43F1-AD33-56966B236632}" type="datetimeFigureOut">
              <a:rPr lang="ru-RU" smtClean="0"/>
              <a:t>28.01.2026</a:t>
            </a:fld>
            <a:endParaRPr lang="ru-RU"/>
          </a:p>
        </p:txBody>
      </p:sp>
      <p:sp>
        <p:nvSpPr>
          <p:cNvPr id="4" name="Образ слайда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ru-RU"/>
          </a:p>
        </p:txBody>
      </p:sp>
      <p:sp>
        <p:nvSpPr>
          <p:cNvPr id="5" name="Заметки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6" name="Нижний колонтитул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ru-RU"/>
          </a:p>
        </p:txBody>
      </p:sp>
      <p:sp>
        <p:nvSpPr>
          <p:cNvPr id="7" name="Номер слайда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8E795A1-7135-4E2C-9BD4-6C472AC70EDC}" type="slidenum">
              <a:rPr lang="ru-RU" smtClean="0"/>
              <a:t>‹#›</a:t>
            </a:fld>
            <a:endParaRPr lang="ru-RU"/>
          </a:p>
        </p:txBody>
      </p:sp>
    </p:spTree>
    <p:extLst>
      <p:ext uri="{BB962C8B-B14F-4D97-AF65-F5344CB8AC3E}">
        <p14:creationId xmlns:p14="http://schemas.microsoft.com/office/powerpoint/2010/main" val="669000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F67C43A-5213-0E4F-0E36-CD8FE25B05CF}"/>
              </a:ext>
            </a:extLst>
          </p:cNvPr>
          <p:cNvSpPr>
            <a:spLocks noGrp="1"/>
          </p:cNvSpPr>
          <p:nvPr>
            <p:ph type="ctrTitle"/>
          </p:nvPr>
        </p:nvSpPr>
        <p:spPr>
          <a:xfrm>
            <a:off x="1524000" y="1122363"/>
            <a:ext cx="9144000" cy="2387600"/>
          </a:xfrm>
        </p:spPr>
        <p:txBody>
          <a:bodyPr anchor="b"/>
          <a:lstStyle>
            <a:lvl1pPr algn="ctr">
              <a:defRPr sz="6000"/>
            </a:lvl1pPr>
          </a:lstStyle>
          <a:p>
            <a:r>
              <a:rPr lang="ru-RU"/>
              <a:t>Образец заголовка</a:t>
            </a:r>
          </a:p>
        </p:txBody>
      </p:sp>
      <p:sp>
        <p:nvSpPr>
          <p:cNvPr id="3" name="Подзаголовок 2">
            <a:extLst>
              <a:ext uri="{FF2B5EF4-FFF2-40B4-BE49-F238E27FC236}">
                <a16:creationId xmlns:a16="http://schemas.microsoft.com/office/drawing/2014/main" id="{AE3AA377-1DFB-CE71-ABAF-C430E76ECF0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ru-RU"/>
              <a:t>Образец подзаголовка</a:t>
            </a:r>
          </a:p>
        </p:txBody>
      </p:sp>
      <p:sp>
        <p:nvSpPr>
          <p:cNvPr id="4" name="Дата 3">
            <a:extLst>
              <a:ext uri="{FF2B5EF4-FFF2-40B4-BE49-F238E27FC236}">
                <a16:creationId xmlns:a16="http://schemas.microsoft.com/office/drawing/2014/main" id="{A1DE211D-F52E-77FB-C949-29E71A92473D}"/>
              </a:ext>
            </a:extLst>
          </p:cNvPr>
          <p:cNvSpPr>
            <a:spLocks noGrp="1"/>
          </p:cNvSpPr>
          <p:nvPr>
            <p:ph type="dt" sz="half" idx="10"/>
          </p:nvPr>
        </p:nvSpPr>
        <p:spPr/>
        <p:txBody>
          <a:bodyPr/>
          <a:lstStyle/>
          <a:p>
            <a:fld id="{49AC610A-50D4-4F66-812A-C437D1924BDC}" type="datetime1">
              <a:rPr lang="ru-RU" smtClean="0"/>
              <a:t>28.01.2026</a:t>
            </a:fld>
            <a:endParaRPr lang="ru-RU"/>
          </a:p>
        </p:txBody>
      </p:sp>
      <p:sp>
        <p:nvSpPr>
          <p:cNvPr id="5" name="Нижний колонтитул 4">
            <a:extLst>
              <a:ext uri="{FF2B5EF4-FFF2-40B4-BE49-F238E27FC236}">
                <a16:creationId xmlns:a16="http://schemas.microsoft.com/office/drawing/2014/main" id="{C9624B22-BD32-B0EA-533A-0F331F15018E}"/>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CC1A9C0D-7DAE-45F3-8894-C77D4D9E7049}"/>
              </a:ext>
            </a:extLst>
          </p:cNvPr>
          <p:cNvSpPr>
            <a:spLocks noGrp="1"/>
          </p:cNvSpPr>
          <p:nvPr>
            <p:ph type="sldNum" sz="quarter" idx="12"/>
          </p:nvPr>
        </p:nvSpPr>
        <p:spPr/>
        <p:txBody>
          <a:bodyPr/>
          <a:lstStyle/>
          <a:p>
            <a:fld id="{24A9D74F-141D-41EE-901B-47FF1BB5CC63}" type="slidenum">
              <a:rPr lang="ru-RU" smtClean="0"/>
              <a:t>‹#›</a:t>
            </a:fld>
            <a:endParaRPr lang="ru-RU"/>
          </a:p>
        </p:txBody>
      </p:sp>
    </p:spTree>
    <p:extLst>
      <p:ext uri="{BB962C8B-B14F-4D97-AF65-F5344CB8AC3E}">
        <p14:creationId xmlns:p14="http://schemas.microsoft.com/office/powerpoint/2010/main" val="41113216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A08DF02F-7D5F-7B26-AAB7-A2CEB958666B}"/>
              </a:ext>
            </a:extLst>
          </p:cNvPr>
          <p:cNvSpPr>
            <a:spLocks noGrp="1"/>
          </p:cNvSpPr>
          <p:nvPr>
            <p:ph type="title"/>
          </p:nvPr>
        </p:nvSpPr>
        <p:spPr/>
        <p:txBody>
          <a:bodyPr/>
          <a:lstStyle/>
          <a:p>
            <a:r>
              <a:rPr lang="ru-RU"/>
              <a:t>Образец заголовка</a:t>
            </a:r>
          </a:p>
        </p:txBody>
      </p:sp>
      <p:sp>
        <p:nvSpPr>
          <p:cNvPr id="3" name="Объект 2">
            <a:extLst>
              <a:ext uri="{FF2B5EF4-FFF2-40B4-BE49-F238E27FC236}">
                <a16:creationId xmlns:a16="http://schemas.microsoft.com/office/drawing/2014/main" id="{02FB2420-85AF-2BAB-11B8-B1A3C239A438}"/>
              </a:ext>
            </a:extLst>
          </p:cNvPr>
          <p:cNvSpPr>
            <a:spLocks noGrp="1"/>
          </p:cNvSpPr>
          <p:nvPr>
            <p:ph idx="1"/>
          </p:nvPr>
        </p:nvSpPr>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id="{CBB657D7-8A17-84BC-BD1F-CC8F710BFDCB}"/>
              </a:ext>
            </a:extLst>
          </p:cNvPr>
          <p:cNvSpPr>
            <a:spLocks noGrp="1"/>
          </p:cNvSpPr>
          <p:nvPr>
            <p:ph type="dt" sz="half" idx="10"/>
          </p:nvPr>
        </p:nvSpPr>
        <p:spPr/>
        <p:txBody>
          <a:bodyPr/>
          <a:lstStyle/>
          <a:p>
            <a:fld id="{8AF461D5-04C4-457B-9DEA-C4DCDB99A3A2}" type="datetime1">
              <a:rPr lang="ru-RU" smtClean="0"/>
              <a:t>28.01.2026</a:t>
            </a:fld>
            <a:endParaRPr lang="ru-RU"/>
          </a:p>
        </p:txBody>
      </p:sp>
      <p:sp>
        <p:nvSpPr>
          <p:cNvPr id="5" name="Нижний колонтитул 4">
            <a:extLst>
              <a:ext uri="{FF2B5EF4-FFF2-40B4-BE49-F238E27FC236}">
                <a16:creationId xmlns:a16="http://schemas.microsoft.com/office/drawing/2014/main" id="{5DE767BE-CCA2-E318-5FF1-07150401386D}"/>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BCA234D8-426B-9B94-1D43-D2D563EF39C7}"/>
              </a:ext>
            </a:extLst>
          </p:cNvPr>
          <p:cNvSpPr>
            <a:spLocks noGrp="1"/>
          </p:cNvSpPr>
          <p:nvPr>
            <p:ph type="sldNum" sz="quarter" idx="12"/>
          </p:nvPr>
        </p:nvSpPr>
        <p:spPr/>
        <p:txBody>
          <a:bodyPr/>
          <a:lstStyle/>
          <a:p>
            <a:fld id="{24A9D74F-141D-41EE-901B-47FF1BB5CC63}" type="slidenum">
              <a:rPr lang="ru-RU" smtClean="0"/>
              <a:t>‹#›</a:t>
            </a:fld>
            <a:endParaRPr lang="ru-RU"/>
          </a:p>
        </p:txBody>
      </p:sp>
    </p:spTree>
    <p:extLst>
      <p:ext uri="{BB962C8B-B14F-4D97-AF65-F5344CB8AC3E}">
        <p14:creationId xmlns:p14="http://schemas.microsoft.com/office/powerpoint/2010/main" val="32846469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1D2AD39-0FA5-F3B9-128C-65798C6352BF}"/>
              </a:ext>
            </a:extLst>
          </p:cNvPr>
          <p:cNvSpPr>
            <a:spLocks noGrp="1"/>
          </p:cNvSpPr>
          <p:nvPr>
            <p:ph type="title"/>
          </p:nvPr>
        </p:nvSpPr>
        <p:spPr>
          <a:xfrm>
            <a:off x="831850" y="1709738"/>
            <a:ext cx="10515600" cy="2852737"/>
          </a:xfrm>
        </p:spPr>
        <p:txBody>
          <a:bodyPr anchor="b"/>
          <a:lstStyle>
            <a:lvl1pPr>
              <a:defRPr sz="6000"/>
            </a:lvl1pPr>
          </a:lstStyle>
          <a:p>
            <a:r>
              <a:rPr lang="ru-RU"/>
              <a:t>Образец заголовка</a:t>
            </a:r>
          </a:p>
        </p:txBody>
      </p:sp>
      <p:sp>
        <p:nvSpPr>
          <p:cNvPr id="3" name="Текст 2">
            <a:extLst>
              <a:ext uri="{FF2B5EF4-FFF2-40B4-BE49-F238E27FC236}">
                <a16:creationId xmlns:a16="http://schemas.microsoft.com/office/drawing/2014/main" id="{942D1866-FBB0-8157-8116-C403DE35F771}"/>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ru-RU"/>
              <a:t>Образец текста</a:t>
            </a:r>
          </a:p>
        </p:txBody>
      </p:sp>
      <p:sp>
        <p:nvSpPr>
          <p:cNvPr id="4" name="Дата 3">
            <a:extLst>
              <a:ext uri="{FF2B5EF4-FFF2-40B4-BE49-F238E27FC236}">
                <a16:creationId xmlns:a16="http://schemas.microsoft.com/office/drawing/2014/main" id="{B6611595-DA5B-C000-65C0-09CFA0B036A6}"/>
              </a:ext>
            </a:extLst>
          </p:cNvPr>
          <p:cNvSpPr>
            <a:spLocks noGrp="1"/>
          </p:cNvSpPr>
          <p:nvPr>
            <p:ph type="dt" sz="half" idx="10"/>
          </p:nvPr>
        </p:nvSpPr>
        <p:spPr/>
        <p:txBody>
          <a:bodyPr/>
          <a:lstStyle/>
          <a:p>
            <a:fld id="{894F9AB4-4D73-4A1D-A2D4-F6217E398539}" type="datetime1">
              <a:rPr lang="ru-RU" smtClean="0"/>
              <a:t>28.01.2026</a:t>
            </a:fld>
            <a:endParaRPr lang="ru-RU"/>
          </a:p>
        </p:txBody>
      </p:sp>
      <p:sp>
        <p:nvSpPr>
          <p:cNvPr id="5" name="Нижний колонтитул 4">
            <a:extLst>
              <a:ext uri="{FF2B5EF4-FFF2-40B4-BE49-F238E27FC236}">
                <a16:creationId xmlns:a16="http://schemas.microsoft.com/office/drawing/2014/main" id="{96334678-AAB4-6193-26C7-FF4914094D5E}"/>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F70898E9-4234-B176-7475-DFDE5B5FDFC9}"/>
              </a:ext>
            </a:extLst>
          </p:cNvPr>
          <p:cNvSpPr>
            <a:spLocks noGrp="1"/>
          </p:cNvSpPr>
          <p:nvPr>
            <p:ph type="sldNum" sz="quarter" idx="12"/>
          </p:nvPr>
        </p:nvSpPr>
        <p:spPr/>
        <p:txBody>
          <a:bodyPr/>
          <a:lstStyle/>
          <a:p>
            <a:fld id="{24A9D74F-141D-41EE-901B-47FF1BB5CC63}" type="slidenum">
              <a:rPr lang="ru-RU" smtClean="0"/>
              <a:t>‹#›</a:t>
            </a:fld>
            <a:endParaRPr lang="ru-RU"/>
          </a:p>
        </p:txBody>
      </p:sp>
    </p:spTree>
    <p:extLst>
      <p:ext uri="{BB962C8B-B14F-4D97-AF65-F5344CB8AC3E}">
        <p14:creationId xmlns:p14="http://schemas.microsoft.com/office/powerpoint/2010/main" val="42338466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D7E5CB0-FD62-D095-E401-11DB75664DA4}"/>
              </a:ext>
            </a:extLst>
          </p:cNvPr>
          <p:cNvSpPr>
            <a:spLocks noGrp="1"/>
          </p:cNvSpPr>
          <p:nvPr>
            <p:ph type="title"/>
          </p:nvPr>
        </p:nvSpPr>
        <p:spPr/>
        <p:txBody>
          <a:bodyPr/>
          <a:lstStyle/>
          <a:p>
            <a:r>
              <a:rPr lang="ru-RU"/>
              <a:t>Образец заголовка</a:t>
            </a:r>
          </a:p>
        </p:txBody>
      </p:sp>
      <p:sp>
        <p:nvSpPr>
          <p:cNvPr id="3" name="Объект 2">
            <a:extLst>
              <a:ext uri="{FF2B5EF4-FFF2-40B4-BE49-F238E27FC236}">
                <a16:creationId xmlns:a16="http://schemas.microsoft.com/office/drawing/2014/main" id="{E768D9B8-99D2-FAFC-68F8-4ED7C41ACBFD}"/>
              </a:ext>
            </a:extLst>
          </p:cNvPr>
          <p:cNvSpPr>
            <a:spLocks noGrp="1"/>
          </p:cNvSpPr>
          <p:nvPr>
            <p:ph sz="half" idx="1"/>
          </p:nvPr>
        </p:nvSpPr>
        <p:spPr>
          <a:xfrm>
            <a:off x="838200"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Объект 3">
            <a:extLst>
              <a:ext uri="{FF2B5EF4-FFF2-40B4-BE49-F238E27FC236}">
                <a16:creationId xmlns:a16="http://schemas.microsoft.com/office/drawing/2014/main" id="{D1510B4B-317D-5069-8AF8-98F8B3DA428A}"/>
              </a:ext>
            </a:extLst>
          </p:cNvPr>
          <p:cNvSpPr>
            <a:spLocks noGrp="1"/>
          </p:cNvSpPr>
          <p:nvPr>
            <p:ph sz="half" idx="2"/>
          </p:nvPr>
        </p:nvSpPr>
        <p:spPr>
          <a:xfrm>
            <a:off x="6172200"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5" name="Дата 4">
            <a:extLst>
              <a:ext uri="{FF2B5EF4-FFF2-40B4-BE49-F238E27FC236}">
                <a16:creationId xmlns:a16="http://schemas.microsoft.com/office/drawing/2014/main" id="{C0805154-782B-BE13-092F-23DECE0F7DEE}"/>
              </a:ext>
            </a:extLst>
          </p:cNvPr>
          <p:cNvSpPr>
            <a:spLocks noGrp="1"/>
          </p:cNvSpPr>
          <p:nvPr>
            <p:ph type="dt" sz="half" idx="10"/>
          </p:nvPr>
        </p:nvSpPr>
        <p:spPr/>
        <p:txBody>
          <a:bodyPr/>
          <a:lstStyle/>
          <a:p>
            <a:fld id="{952339A7-0AFD-4A33-B8BD-0608756B7FED}" type="datetime1">
              <a:rPr lang="ru-RU" smtClean="0"/>
              <a:t>28.01.2026</a:t>
            </a:fld>
            <a:endParaRPr lang="ru-RU"/>
          </a:p>
        </p:txBody>
      </p:sp>
      <p:sp>
        <p:nvSpPr>
          <p:cNvPr id="6" name="Нижний колонтитул 5">
            <a:extLst>
              <a:ext uri="{FF2B5EF4-FFF2-40B4-BE49-F238E27FC236}">
                <a16:creationId xmlns:a16="http://schemas.microsoft.com/office/drawing/2014/main" id="{F393373B-765D-B716-54AF-8998E22FFDC5}"/>
              </a:ext>
            </a:extLst>
          </p:cNvPr>
          <p:cNvSpPr>
            <a:spLocks noGrp="1"/>
          </p:cNvSpPr>
          <p:nvPr>
            <p:ph type="ftr" sz="quarter" idx="11"/>
          </p:nvPr>
        </p:nvSpPr>
        <p:spPr/>
        <p:txBody>
          <a:bodyPr/>
          <a:lstStyle/>
          <a:p>
            <a:endParaRPr lang="ru-RU"/>
          </a:p>
        </p:txBody>
      </p:sp>
      <p:sp>
        <p:nvSpPr>
          <p:cNvPr id="7" name="Номер слайда 6">
            <a:extLst>
              <a:ext uri="{FF2B5EF4-FFF2-40B4-BE49-F238E27FC236}">
                <a16:creationId xmlns:a16="http://schemas.microsoft.com/office/drawing/2014/main" id="{3D12341C-F3D4-0604-5391-24D2AA6D0CA1}"/>
              </a:ext>
            </a:extLst>
          </p:cNvPr>
          <p:cNvSpPr>
            <a:spLocks noGrp="1"/>
          </p:cNvSpPr>
          <p:nvPr>
            <p:ph type="sldNum" sz="quarter" idx="12"/>
          </p:nvPr>
        </p:nvSpPr>
        <p:spPr/>
        <p:txBody>
          <a:bodyPr/>
          <a:lstStyle/>
          <a:p>
            <a:fld id="{24A9D74F-141D-41EE-901B-47FF1BB5CC63}" type="slidenum">
              <a:rPr lang="ru-RU" smtClean="0"/>
              <a:t>‹#›</a:t>
            </a:fld>
            <a:endParaRPr lang="ru-RU"/>
          </a:p>
        </p:txBody>
      </p:sp>
    </p:spTree>
    <p:extLst>
      <p:ext uri="{BB962C8B-B14F-4D97-AF65-F5344CB8AC3E}">
        <p14:creationId xmlns:p14="http://schemas.microsoft.com/office/powerpoint/2010/main" val="26900123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D983177-093C-D317-80BC-E02A37759592}"/>
              </a:ext>
            </a:extLst>
          </p:cNvPr>
          <p:cNvSpPr>
            <a:spLocks noGrp="1"/>
          </p:cNvSpPr>
          <p:nvPr>
            <p:ph type="title"/>
          </p:nvPr>
        </p:nvSpPr>
        <p:spPr>
          <a:xfrm>
            <a:off x="839788" y="365125"/>
            <a:ext cx="10515600" cy="1325563"/>
          </a:xfrm>
        </p:spPr>
        <p:txBody>
          <a:bodyPr/>
          <a:lstStyle/>
          <a:p>
            <a:r>
              <a:rPr lang="ru-RU"/>
              <a:t>Образец заголовка</a:t>
            </a:r>
          </a:p>
        </p:txBody>
      </p:sp>
      <p:sp>
        <p:nvSpPr>
          <p:cNvPr id="3" name="Текст 2">
            <a:extLst>
              <a:ext uri="{FF2B5EF4-FFF2-40B4-BE49-F238E27FC236}">
                <a16:creationId xmlns:a16="http://schemas.microsoft.com/office/drawing/2014/main" id="{A2E7FC8E-5CCC-BD9C-0C23-2937E1CD254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4" name="Объект 3">
            <a:extLst>
              <a:ext uri="{FF2B5EF4-FFF2-40B4-BE49-F238E27FC236}">
                <a16:creationId xmlns:a16="http://schemas.microsoft.com/office/drawing/2014/main" id="{EEAC7ED5-1AD8-D354-9CAB-D3FF0856285C}"/>
              </a:ext>
            </a:extLst>
          </p:cNvPr>
          <p:cNvSpPr>
            <a:spLocks noGrp="1"/>
          </p:cNvSpPr>
          <p:nvPr>
            <p:ph sz="half" idx="2"/>
          </p:nvPr>
        </p:nvSpPr>
        <p:spPr>
          <a:xfrm>
            <a:off x="839788" y="2505075"/>
            <a:ext cx="5157787"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5" name="Текст 4">
            <a:extLst>
              <a:ext uri="{FF2B5EF4-FFF2-40B4-BE49-F238E27FC236}">
                <a16:creationId xmlns:a16="http://schemas.microsoft.com/office/drawing/2014/main" id="{0C613766-F17D-8365-B15A-2107D395EAE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6" name="Объект 5">
            <a:extLst>
              <a:ext uri="{FF2B5EF4-FFF2-40B4-BE49-F238E27FC236}">
                <a16:creationId xmlns:a16="http://schemas.microsoft.com/office/drawing/2014/main" id="{6DBC7FDA-442E-9BB9-EE07-B94D7D4D1E9D}"/>
              </a:ext>
            </a:extLst>
          </p:cNvPr>
          <p:cNvSpPr>
            <a:spLocks noGrp="1"/>
          </p:cNvSpPr>
          <p:nvPr>
            <p:ph sz="quarter" idx="4"/>
          </p:nvPr>
        </p:nvSpPr>
        <p:spPr>
          <a:xfrm>
            <a:off x="6172200" y="2505075"/>
            <a:ext cx="5183188"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7" name="Дата 6">
            <a:extLst>
              <a:ext uri="{FF2B5EF4-FFF2-40B4-BE49-F238E27FC236}">
                <a16:creationId xmlns:a16="http://schemas.microsoft.com/office/drawing/2014/main" id="{0C1590CB-4645-94FD-C631-83A4D967B783}"/>
              </a:ext>
            </a:extLst>
          </p:cNvPr>
          <p:cNvSpPr>
            <a:spLocks noGrp="1"/>
          </p:cNvSpPr>
          <p:nvPr>
            <p:ph type="dt" sz="half" idx="10"/>
          </p:nvPr>
        </p:nvSpPr>
        <p:spPr/>
        <p:txBody>
          <a:bodyPr/>
          <a:lstStyle/>
          <a:p>
            <a:fld id="{7E5DA67A-3C2F-4F44-B68B-9C57B6167FD3}" type="datetime1">
              <a:rPr lang="ru-RU" smtClean="0"/>
              <a:t>28.01.2026</a:t>
            </a:fld>
            <a:endParaRPr lang="ru-RU"/>
          </a:p>
        </p:txBody>
      </p:sp>
      <p:sp>
        <p:nvSpPr>
          <p:cNvPr id="8" name="Нижний колонтитул 7">
            <a:extLst>
              <a:ext uri="{FF2B5EF4-FFF2-40B4-BE49-F238E27FC236}">
                <a16:creationId xmlns:a16="http://schemas.microsoft.com/office/drawing/2014/main" id="{36F3530B-0B02-C756-8560-DFFE05B3FEF8}"/>
              </a:ext>
            </a:extLst>
          </p:cNvPr>
          <p:cNvSpPr>
            <a:spLocks noGrp="1"/>
          </p:cNvSpPr>
          <p:nvPr>
            <p:ph type="ftr" sz="quarter" idx="11"/>
          </p:nvPr>
        </p:nvSpPr>
        <p:spPr/>
        <p:txBody>
          <a:bodyPr/>
          <a:lstStyle/>
          <a:p>
            <a:endParaRPr lang="ru-RU"/>
          </a:p>
        </p:txBody>
      </p:sp>
      <p:sp>
        <p:nvSpPr>
          <p:cNvPr id="9" name="Номер слайда 8">
            <a:extLst>
              <a:ext uri="{FF2B5EF4-FFF2-40B4-BE49-F238E27FC236}">
                <a16:creationId xmlns:a16="http://schemas.microsoft.com/office/drawing/2014/main" id="{38E568D0-935B-AECE-F4BC-CB157FCB9366}"/>
              </a:ext>
            </a:extLst>
          </p:cNvPr>
          <p:cNvSpPr>
            <a:spLocks noGrp="1"/>
          </p:cNvSpPr>
          <p:nvPr>
            <p:ph type="sldNum" sz="quarter" idx="12"/>
          </p:nvPr>
        </p:nvSpPr>
        <p:spPr/>
        <p:txBody>
          <a:bodyPr/>
          <a:lstStyle/>
          <a:p>
            <a:fld id="{24A9D74F-141D-41EE-901B-47FF1BB5CC63}" type="slidenum">
              <a:rPr lang="ru-RU" smtClean="0"/>
              <a:t>‹#›</a:t>
            </a:fld>
            <a:endParaRPr lang="ru-RU"/>
          </a:p>
        </p:txBody>
      </p:sp>
    </p:spTree>
    <p:extLst>
      <p:ext uri="{BB962C8B-B14F-4D97-AF65-F5344CB8AC3E}">
        <p14:creationId xmlns:p14="http://schemas.microsoft.com/office/powerpoint/2010/main" val="25048790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E48D63E-A83F-2D96-5782-FD23440803CE}"/>
              </a:ext>
            </a:extLst>
          </p:cNvPr>
          <p:cNvSpPr>
            <a:spLocks noGrp="1"/>
          </p:cNvSpPr>
          <p:nvPr>
            <p:ph type="title"/>
          </p:nvPr>
        </p:nvSpPr>
        <p:spPr/>
        <p:txBody>
          <a:bodyPr/>
          <a:lstStyle/>
          <a:p>
            <a:r>
              <a:rPr lang="ru-RU"/>
              <a:t>Образец заголовка</a:t>
            </a:r>
          </a:p>
        </p:txBody>
      </p:sp>
      <p:sp>
        <p:nvSpPr>
          <p:cNvPr id="3" name="Дата 2">
            <a:extLst>
              <a:ext uri="{FF2B5EF4-FFF2-40B4-BE49-F238E27FC236}">
                <a16:creationId xmlns:a16="http://schemas.microsoft.com/office/drawing/2014/main" id="{1731B17D-E9B7-3461-EBA7-712D9F797250}"/>
              </a:ext>
            </a:extLst>
          </p:cNvPr>
          <p:cNvSpPr>
            <a:spLocks noGrp="1"/>
          </p:cNvSpPr>
          <p:nvPr>
            <p:ph type="dt" sz="half" idx="10"/>
          </p:nvPr>
        </p:nvSpPr>
        <p:spPr/>
        <p:txBody>
          <a:bodyPr/>
          <a:lstStyle/>
          <a:p>
            <a:fld id="{24FE0432-4F8C-4B6B-BD54-CD7A476FAB0C}" type="datetime1">
              <a:rPr lang="ru-RU" smtClean="0"/>
              <a:t>28.01.2026</a:t>
            </a:fld>
            <a:endParaRPr lang="ru-RU"/>
          </a:p>
        </p:txBody>
      </p:sp>
      <p:sp>
        <p:nvSpPr>
          <p:cNvPr id="4" name="Нижний колонтитул 3">
            <a:extLst>
              <a:ext uri="{FF2B5EF4-FFF2-40B4-BE49-F238E27FC236}">
                <a16:creationId xmlns:a16="http://schemas.microsoft.com/office/drawing/2014/main" id="{8B3A68A7-6355-5A33-9569-838E2E262A1C}"/>
              </a:ext>
            </a:extLst>
          </p:cNvPr>
          <p:cNvSpPr>
            <a:spLocks noGrp="1"/>
          </p:cNvSpPr>
          <p:nvPr>
            <p:ph type="ftr" sz="quarter" idx="11"/>
          </p:nvPr>
        </p:nvSpPr>
        <p:spPr/>
        <p:txBody>
          <a:bodyPr/>
          <a:lstStyle/>
          <a:p>
            <a:endParaRPr lang="ru-RU"/>
          </a:p>
        </p:txBody>
      </p:sp>
      <p:sp>
        <p:nvSpPr>
          <p:cNvPr id="5" name="Номер слайда 4">
            <a:extLst>
              <a:ext uri="{FF2B5EF4-FFF2-40B4-BE49-F238E27FC236}">
                <a16:creationId xmlns:a16="http://schemas.microsoft.com/office/drawing/2014/main" id="{FAFE081D-0304-83C4-7A72-55C401235610}"/>
              </a:ext>
            </a:extLst>
          </p:cNvPr>
          <p:cNvSpPr>
            <a:spLocks noGrp="1"/>
          </p:cNvSpPr>
          <p:nvPr>
            <p:ph type="sldNum" sz="quarter" idx="12"/>
          </p:nvPr>
        </p:nvSpPr>
        <p:spPr/>
        <p:txBody>
          <a:bodyPr/>
          <a:lstStyle/>
          <a:p>
            <a:fld id="{24A9D74F-141D-41EE-901B-47FF1BB5CC63}" type="slidenum">
              <a:rPr lang="ru-RU" smtClean="0"/>
              <a:t>‹#›</a:t>
            </a:fld>
            <a:endParaRPr lang="ru-RU"/>
          </a:p>
        </p:txBody>
      </p:sp>
    </p:spTree>
    <p:extLst>
      <p:ext uri="{BB962C8B-B14F-4D97-AF65-F5344CB8AC3E}">
        <p14:creationId xmlns:p14="http://schemas.microsoft.com/office/powerpoint/2010/main" val="2773727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Дата 1">
            <a:extLst>
              <a:ext uri="{FF2B5EF4-FFF2-40B4-BE49-F238E27FC236}">
                <a16:creationId xmlns:a16="http://schemas.microsoft.com/office/drawing/2014/main" id="{E8FB3A51-B40C-5755-D043-9557685114A8}"/>
              </a:ext>
            </a:extLst>
          </p:cNvPr>
          <p:cNvSpPr>
            <a:spLocks noGrp="1"/>
          </p:cNvSpPr>
          <p:nvPr>
            <p:ph type="dt" sz="half" idx="10"/>
          </p:nvPr>
        </p:nvSpPr>
        <p:spPr/>
        <p:txBody>
          <a:bodyPr/>
          <a:lstStyle/>
          <a:p>
            <a:fld id="{B53432F5-0E58-4C36-B784-1F63A34C3FCC}" type="datetime1">
              <a:rPr lang="ru-RU" smtClean="0"/>
              <a:t>28.01.2026</a:t>
            </a:fld>
            <a:endParaRPr lang="ru-RU"/>
          </a:p>
        </p:txBody>
      </p:sp>
      <p:sp>
        <p:nvSpPr>
          <p:cNvPr id="3" name="Нижний колонтитул 2">
            <a:extLst>
              <a:ext uri="{FF2B5EF4-FFF2-40B4-BE49-F238E27FC236}">
                <a16:creationId xmlns:a16="http://schemas.microsoft.com/office/drawing/2014/main" id="{ECB48820-3BAE-F272-8111-91AFC59A2E6D}"/>
              </a:ext>
            </a:extLst>
          </p:cNvPr>
          <p:cNvSpPr>
            <a:spLocks noGrp="1"/>
          </p:cNvSpPr>
          <p:nvPr>
            <p:ph type="ftr" sz="quarter" idx="11"/>
          </p:nvPr>
        </p:nvSpPr>
        <p:spPr/>
        <p:txBody>
          <a:bodyPr/>
          <a:lstStyle/>
          <a:p>
            <a:endParaRPr lang="ru-RU"/>
          </a:p>
        </p:txBody>
      </p:sp>
      <p:sp>
        <p:nvSpPr>
          <p:cNvPr id="4" name="Номер слайда 3">
            <a:extLst>
              <a:ext uri="{FF2B5EF4-FFF2-40B4-BE49-F238E27FC236}">
                <a16:creationId xmlns:a16="http://schemas.microsoft.com/office/drawing/2014/main" id="{04A2BAA3-A25D-BA3B-AA6B-6F4FB36A4680}"/>
              </a:ext>
            </a:extLst>
          </p:cNvPr>
          <p:cNvSpPr>
            <a:spLocks noGrp="1"/>
          </p:cNvSpPr>
          <p:nvPr>
            <p:ph type="sldNum" sz="quarter" idx="12"/>
          </p:nvPr>
        </p:nvSpPr>
        <p:spPr/>
        <p:txBody>
          <a:bodyPr/>
          <a:lstStyle/>
          <a:p>
            <a:fld id="{24A9D74F-141D-41EE-901B-47FF1BB5CC63}" type="slidenum">
              <a:rPr lang="ru-RU" smtClean="0"/>
              <a:t>‹#›</a:t>
            </a:fld>
            <a:endParaRPr lang="ru-RU"/>
          </a:p>
        </p:txBody>
      </p:sp>
    </p:spTree>
    <p:extLst>
      <p:ext uri="{BB962C8B-B14F-4D97-AF65-F5344CB8AC3E}">
        <p14:creationId xmlns:p14="http://schemas.microsoft.com/office/powerpoint/2010/main" val="32670171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1B94D013-314F-1C24-394A-AACA6612C624}"/>
              </a:ext>
            </a:extLst>
          </p:cNvPr>
          <p:cNvSpPr>
            <a:spLocks noGrp="1"/>
          </p:cNvSpPr>
          <p:nvPr>
            <p:ph type="title"/>
          </p:nvPr>
        </p:nvSpPr>
        <p:spPr>
          <a:xfrm>
            <a:off x="839788" y="457200"/>
            <a:ext cx="3932237" cy="1600200"/>
          </a:xfrm>
        </p:spPr>
        <p:txBody>
          <a:bodyPr anchor="b"/>
          <a:lstStyle>
            <a:lvl1pPr>
              <a:defRPr sz="3200"/>
            </a:lvl1pPr>
          </a:lstStyle>
          <a:p>
            <a:r>
              <a:rPr lang="ru-RU"/>
              <a:t>Образец заголовка</a:t>
            </a:r>
          </a:p>
        </p:txBody>
      </p:sp>
      <p:sp>
        <p:nvSpPr>
          <p:cNvPr id="3" name="Объект 2">
            <a:extLst>
              <a:ext uri="{FF2B5EF4-FFF2-40B4-BE49-F238E27FC236}">
                <a16:creationId xmlns:a16="http://schemas.microsoft.com/office/drawing/2014/main" id="{96AE697E-5F25-7DB9-1C6A-B1615ED38F5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Текст 3">
            <a:extLst>
              <a:ext uri="{FF2B5EF4-FFF2-40B4-BE49-F238E27FC236}">
                <a16:creationId xmlns:a16="http://schemas.microsoft.com/office/drawing/2014/main" id="{5B5E9A27-14C2-0168-C210-B332331A6DB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Дата 4">
            <a:extLst>
              <a:ext uri="{FF2B5EF4-FFF2-40B4-BE49-F238E27FC236}">
                <a16:creationId xmlns:a16="http://schemas.microsoft.com/office/drawing/2014/main" id="{71EDB369-143F-5557-D8DB-C34928A66AAE}"/>
              </a:ext>
            </a:extLst>
          </p:cNvPr>
          <p:cNvSpPr>
            <a:spLocks noGrp="1"/>
          </p:cNvSpPr>
          <p:nvPr>
            <p:ph type="dt" sz="half" idx="10"/>
          </p:nvPr>
        </p:nvSpPr>
        <p:spPr/>
        <p:txBody>
          <a:bodyPr/>
          <a:lstStyle/>
          <a:p>
            <a:fld id="{4382A4BF-B7FE-47C6-B542-68C72EF78418}" type="datetime1">
              <a:rPr lang="ru-RU" smtClean="0"/>
              <a:t>28.01.2026</a:t>
            </a:fld>
            <a:endParaRPr lang="ru-RU"/>
          </a:p>
        </p:txBody>
      </p:sp>
      <p:sp>
        <p:nvSpPr>
          <p:cNvPr id="6" name="Нижний колонтитул 5">
            <a:extLst>
              <a:ext uri="{FF2B5EF4-FFF2-40B4-BE49-F238E27FC236}">
                <a16:creationId xmlns:a16="http://schemas.microsoft.com/office/drawing/2014/main" id="{0F7E9B4F-4C7F-17EE-B6BD-FA085EB204C1}"/>
              </a:ext>
            </a:extLst>
          </p:cNvPr>
          <p:cNvSpPr>
            <a:spLocks noGrp="1"/>
          </p:cNvSpPr>
          <p:nvPr>
            <p:ph type="ftr" sz="quarter" idx="11"/>
          </p:nvPr>
        </p:nvSpPr>
        <p:spPr/>
        <p:txBody>
          <a:bodyPr/>
          <a:lstStyle/>
          <a:p>
            <a:endParaRPr lang="ru-RU"/>
          </a:p>
        </p:txBody>
      </p:sp>
      <p:sp>
        <p:nvSpPr>
          <p:cNvPr id="7" name="Номер слайда 6">
            <a:extLst>
              <a:ext uri="{FF2B5EF4-FFF2-40B4-BE49-F238E27FC236}">
                <a16:creationId xmlns:a16="http://schemas.microsoft.com/office/drawing/2014/main" id="{0E5C5F10-31AD-6024-E9C6-3946FE00898A}"/>
              </a:ext>
            </a:extLst>
          </p:cNvPr>
          <p:cNvSpPr>
            <a:spLocks noGrp="1"/>
          </p:cNvSpPr>
          <p:nvPr>
            <p:ph type="sldNum" sz="quarter" idx="12"/>
          </p:nvPr>
        </p:nvSpPr>
        <p:spPr/>
        <p:txBody>
          <a:bodyPr/>
          <a:lstStyle/>
          <a:p>
            <a:fld id="{24A9D74F-141D-41EE-901B-47FF1BB5CC63}" type="slidenum">
              <a:rPr lang="ru-RU" smtClean="0"/>
              <a:t>‹#›</a:t>
            </a:fld>
            <a:endParaRPr lang="ru-RU"/>
          </a:p>
        </p:txBody>
      </p:sp>
    </p:spTree>
    <p:extLst>
      <p:ext uri="{BB962C8B-B14F-4D97-AF65-F5344CB8AC3E}">
        <p14:creationId xmlns:p14="http://schemas.microsoft.com/office/powerpoint/2010/main" val="254632935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1C811D58-83E0-D5FA-A400-C1E997E2AD1D}"/>
              </a:ext>
            </a:extLst>
          </p:cNvPr>
          <p:cNvSpPr>
            <a:spLocks noGrp="1"/>
          </p:cNvSpPr>
          <p:nvPr>
            <p:ph type="title"/>
          </p:nvPr>
        </p:nvSpPr>
        <p:spPr>
          <a:xfrm>
            <a:off x="839788" y="457200"/>
            <a:ext cx="3932237" cy="1600200"/>
          </a:xfrm>
        </p:spPr>
        <p:txBody>
          <a:bodyPr anchor="b"/>
          <a:lstStyle>
            <a:lvl1pPr>
              <a:defRPr sz="3200"/>
            </a:lvl1pPr>
          </a:lstStyle>
          <a:p>
            <a:r>
              <a:rPr lang="ru-RU"/>
              <a:t>Образец заголовка</a:t>
            </a:r>
          </a:p>
        </p:txBody>
      </p:sp>
      <p:sp>
        <p:nvSpPr>
          <p:cNvPr id="3" name="Рисунок 2">
            <a:extLst>
              <a:ext uri="{FF2B5EF4-FFF2-40B4-BE49-F238E27FC236}">
                <a16:creationId xmlns:a16="http://schemas.microsoft.com/office/drawing/2014/main" id="{3CA58C32-CDB3-B189-1201-2CCEB3F023A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ru-RU"/>
          </a:p>
        </p:txBody>
      </p:sp>
      <p:sp>
        <p:nvSpPr>
          <p:cNvPr id="4" name="Текст 3">
            <a:extLst>
              <a:ext uri="{FF2B5EF4-FFF2-40B4-BE49-F238E27FC236}">
                <a16:creationId xmlns:a16="http://schemas.microsoft.com/office/drawing/2014/main" id="{FD952F92-4F84-4C96-8307-CF703F7EED3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Дата 4">
            <a:extLst>
              <a:ext uri="{FF2B5EF4-FFF2-40B4-BE49-F238E27FC236}">
                <a16:creationId xmlns:a16="http://schemas.microsoft.com/office/drawing/2014/main" id="{77C479A7-62B8-CF93-5FFD-98EAAE24CFC2}"/>
              </a:ext>
            </a:extLst>
          </p:cNvPr>
          <p:cNvSpPr>
            <a:spLocks noGrp="1"/>
          </p:cNvSpPr>
          <p:nvPr>
            <p:ph type="dt" sz="half" idx="10"/>
          </p:nvPr>
        </p:nvSpPr>
        <p:spPr/>
        <p:txBody>
          <a:bodyPr/>
          <a:lstStyle/>
          <a:p>
            <a:fld id="{DC0AE02B-1CE3-4BC8-BA2F-2CF667F89240}" type="datetime1">
              <a:rPr lang="ru-RU" smtClean="0"/>
              <a:t>28.01.2026</a:t>
            </a:fld>
            <a:endParaRPr lang="ru-RU"/>
          </a:p>
        </p:txBody>
      </p:sp>
      <p:sp>
        <p:nvSpPr>
          <p:cNvPr id="6" name="Нижний колонтитул 5">
            <a:extLst>
              <a:ext uri="{FF2B5EF4-FFF2-40B4-BE49-F238E27FC236}">
                <a16:creationId xmlns:a16="http://schemas.microsoft.com/office/drawing/2014/main" id="{40070E90-8399-B755-78BE-4491F025F8ED}"/>
              </a:ext>
            </a:extLst>
          </p:cNvPr>
          <p:cNvSpPr>
            <a:spLocks noGrp="1"/>
          </p:cNvSpPr>
          <p:nvPr>
            <p:ph type="ftr" sz="quarter" idx="11"/>
          </p:nvPr>
        </p:nvSpPr>
        <p:spPr/>
        <p:txBody>
          <a:bodyPr/>
          <a:lstStyle/>
          <a:p>
            <a:endParaRPr lang="ru-RU"/>
          </a:p>
        </p:txBody>
      </p:sp>
      <p:sp>
        <p:nvSpPr>
          <p:cNvPr id="7" name="Номер слайда 6">
            <a:extLst>
              <a:ext uri="{FF2B5EF4-FFF2-40B4-BE49-F238E27FC236}">
                <a16:creationId xmlns:a16="http://schemas.microsoft.com/office/drawing/2014/main" id="{79AFD73A-5771-377F-903B-554DAC4AD966}"/>
              </a:ext>
            </a:extLst>
          </p:cNvPr>
          <p:cNvSpPr>
            <a:spLocks noGrp="1"/>
          </p:cNvSpPr>
          <p:nvPr>
            <p:ph type="sldNum" sz="quarter" idx="12"/>
          </p:nvPr>
        </p:nvSpPr>
        <p:spPr/>
        <p:txBody>
          <a:bodyPr/>
          <a:lstStyle/>
          <a:p>
            <a:fld id="{24A9D74F-141D-41EE-901B-47FF1BB5CC63}" type="slidenum">
              <a:rPr lang="ru-RU" smtClean="0"/>
              <a:t>‹#›</a:t>
            </a:fld>
            <a:endParaRPr lang="ru-RU"/>
          </a:p>
        </p:txBody>
      </p:sp>
    </p:spTree>
    <p:extLst>
      <p:ext uri="{BB962C8B-B14F-4D97-AF65-F5344CB8AC3E}">
        <p14:creationId xmlns:p14="http://schemas.microsoft.com/office/powerpoint/2010/main" val="19914844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7C9B0EE-F64B-910B-9A7D-1B921AA0CD88}"/>
              </a:ext>
            </a:extLst>
          </p:cNvPr>
          <p:cNvSpPr>
            <a:spLocks noGrp="1"/>
          </p:cNvSpPr>
          <p:nvPr>
            <p:ph type="title"/>
          </p:nvPr>
        </p:nvSpPr>
        <p:spPr/>
        <p:txBody>
          <a:bodyPr/>
          <a:lstStyle/>
          <a:p>
            <a:r>
              <a:rPr lang="ru-RU"/>
              <a:t>Образец заголовка</a:t>
            </a:r>
          </a:p>
        </p:txBody>
      </p:sp>
      <p:sp>
        <p:nvSpPr>
          <p:cNvPr id="3" name="Вертикальный текст 2">
            <a:extLst>
              <a:ext uri="{FF2B5EF4-FFF2-40B4-BE49-F238E27FC236}">
                <a16:creationId xmlns:a16="http://schemas.microsoft.com/office/drawing/2014/main" id="{3E84C9F2-F461-B9EE-9222-C9AF7E609D3E}"/>
              </a:ext>
            </a:extLst>
          </p:cNvPr>
          <p:cNvSpPr>
            <a:spLocks noGrp="1"/>
          </p:cNvSpPr>
          <p:nvPr>
            <p:ph type="body" orient="vert" idx="1"/>
          </p:nvPr>
        </p:nvSpPr>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id="{B585F928-15A8-0FE0-2CF5-D4758FEB35B4}"/>
              </a:ext>
            </a:extLst>
          </p:cNvPr>
          <p:cNvSpPr>
            <a:spLocks noGrp="1"/>
          </p:cNvSpPr>
          <p:nvPr>
            <p:ph type="dt" sz="half" idx="10"/>
          </p:nvPr>
        </p:nvSpPr>
        <p:spPr/>
        <p:txBody>
          <a:bodyPr/>
          <a:lstStyle/>
          <a:p>
            <a:fld id="{1239756E-C99D-44C9-ADCA-B11299855DF2}" type="datetime1">
              <a:rPr lang="ru-RU" smtClean="0"/>
              <a:t>28.01.2026</a:t>
            </a:fld>
            <a:endParaRPr lang="ru-RU"/>
          </a:p>
        </p:txBody>
      </p:sp>
      <p:sp>
        <p:nvSpPr>
          <p:cNvPr id="5" name="Нижний колонтитул 4">
            <a:extLst>
              <a:ext uri="{FF2B5EF4-FFF2-40B4-BE49-F238E27FC236}">
                <a16:creationId xmlns:a16="http://schemas.microsoft.com/office/drawing/2014/main" id="{0E12A4A0-1399-E948-85E3-FAC690CBE6FF}"/>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7DA55F23-4502-DDAB-3253-4CDACC723E70}"/>
              </a:ext>
            </a:extLst>
          </p:cNvPr>
          <p:cNvSpPr>
            <a:spLocks noGrp="1"/>
          </p:cNvSpPr>
          <p:nvPr>
            <p:ph type="sldNum" sz="quarter" idx="12"/>
          </p:nvPr>
        </p:nvSpPr>
        <p:spPr/>
        <p:txBody>
          <a:bodyPr/>
          <a:lstStyle/>
          <a:p>
            <a:fld id="{24A9D74F-141D-41EE-901B-47FF1BB5CC63}" type="slidenum">
              <a:rPr lang="ru-RU" smtClean="0"/>
              <a:t>‹#›</a:t>
            </a:fld>
            <a:endParaRPr lang="ru-RU"/>
          </a:p>
        </p:txBody>
      </p:sp>
    </p:spTree>
    <p:extLst>
      <p:ext uri="{BB962C8B-B14F-4D97-AF65-F5344CB8AC3E}">
        <p14:creationId xmlns:p14="http://schemas.microsoft.com/office/powerpoint/2010/main" val="39093274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Вертикальный заголовок 1">
            <a:extLst>
              <a:ext uri="{FF2B5EF4-FFF2-40B4-BE49-F238E27FC236}">
                <a16:creationId xmlns:a16="http://schemas.microsoft.com/office/drawing/2014/main" id="{F73ECCBD-0E32-CB70-769A-E0663A0D7EE0}"/>
              </a:ext>
            </a:extLst>
          </p:cNvPr>
          <p:cNvSpPr>
            <a:spLocks noGrp="1"/>
          </p:cNvSpPr>
          <p:nvPr>
            <p:ph type="title" orient="vert"/>
          </p:nvPr>
        </p:nvSpPr>
        <p:spPr>
          <a:xfrm>
            <a:off x="8724900" y="365125"/>
            <a:ext cx="2628900" cy="5811838"/>
          </a:xfrm>
        </p:spPr>
        <p:txBody>
          <a:bodyPr vert="eaVert"/>
          <a:lstStyle/>
          <a:p>
            <a:r>
              <a:rPr lang="ru-RU"/>
              <a:t>Образец заголовка</a:t>
            </a:r>
          </a:p>
        </p:txBody>
      </p:sp>
      <p:sp>
        <p:nvSpPr>
          <p:cNvPr id="3" name="Вертикальный текст 2">
            <a:extLst>
              <a:ext uri="{FF2B5EF4-FFF2-40B4-BE49-F238E27FC236}">
                <a16:creationId xmlns:a16="http://schemas.microsoft.com/office/drawing/2014/main" id="{73FFFA83-50A7-8E26-0B91-A4F2B40D06BB}"/>
              </a:ext>
            </a:extLst>
          </p:cNvPr>
          <p:cNvSpPr>
            <a:spLocks noGrp="1"/>
          </p:cNvSpPr>
          <p:nvPr>
            <p:ph type="body" orient="vert" idx="1"/>
          </p:nvPr>
        </p:nvSpPr>
        <p:spPr>
          <a:xfrm>
            <a:off x="838200" y="365125"/>
            <a:ext cx="7734300" cy="5811838"/>
          </a:xfrm>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id="{80A4A517-1CDA-DF56-C478-65802FA7E845}"/>
              </a:ext>
            </a:extLst>
          </p:cNvPr>
          <p:cNvSpPr>
            <a:spLocks noGrp="1"/>
          </p:cNvSpPr>
          <p:nvPr>
            <p:ph type="dt" sz="half" idx="10"/>
          </p:nvPr>
        </p:nvSpPr>
        <p:spPr/>
        <p:txBody>
          <a:bodyPr/>
          <a:lstStyle/>
          <a:p>
            <a:fld id="{BFDE9757-8F7D-4102-9FDF-764CF8D22652}" type="datetime1">
              <a:rPr lang="ru-RU" smtClean="0"/>
              <a:t>28.01.2026</a:t>
            </a:fld>
            <a:endParaRPr lang="ru-RU"/>
          </a:p>
        </p:txBody>
      </p:sp>
      <p:sp>
        <p:nvSpPr>
          <p:cNvPr id="5" name="Нижний колонтитул 4">
            <a:extLst>
              <a:ext uri="{FF2B5EF4-FFF2-40B4-BE49-F238E27FC236}">
                <a16:creationId xmlns:a16="http://schemas.microsoft.com/office/drawing/2014/main" id="{DE3EBD67-86CA-2F7F-53F3-8F65F322F0C8}"/>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D531EC2F-899A-777A-32EE-FF2F21700653}"/>
              </a:ext>
            </a:extLst>
          </p:cNvPr>
          <p:cNvSpPr>
            <a:spLocks noGrp="1"/>
          </p:cNvSpPr>
          <p:nvPr>
            <p:ph type="sldNum" sz="quarter" idx="12"/>
          </p:nvPr>
        </p:nvSpPr>
        <p:spPr/>
        <p:txBody>
          <a:bodyPr/>
          <a:lstStyle/>
          <a:p>
            <a:fld id="{24A9D74F-141D-41EE-901B-47FF1BB5CC63}" type="slidenum">
              <a:rPr lang="ru-RU" smtClean="0"/>
              <a:t>‹#›</a:t>
            </a:fld>
            <a:endParaRPr lang="ru-RU"/>
          </a:p>
        </p:txBody>
      </p:sp>
    </p:spTree>
    <p:extLst>
      <p:ext uri="{BB962C8B-B14F-4D97-AF65-F5344CB8AC3E}">
        <p14:creationId xmlns:p14="http://schemas.microsoft.com/office/powerpoint/2010/main" val="13321548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DCE037B6-1BB5-07DE-A689-A6D52290A80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ru-RU"/>
              <a:t>Образец заголовка</a:t>
            </a:r>
          </a:p>
        </p:txBody>
      </p:sp>
      <p:sp>
        <p:nvSpPr>
          <p:cNvPr id="3" name="Текст 2">
            <a:extLst>
              <a:ext uri="{FF2B5EF4-FFF2-40B4-BE49-F238E27FC236}">
                <a16:creationId xmlns:a16="http://schemas.microsoft.com/office/drawing/2014/main" id="{734E1E91-412C-9CC0-4502-694296FEF10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id="{FFEB2990-8E53-E8C5-CC09-2B5FAA19727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58806A6-7CFD-4A5F-BBA5-2792B37E1C1D}" type="datetime1">
              <a:rPr lang="ru-RU" smtClean="0"/>
              <a:t>28.01.2026</a:t>
            </a:fld>
            <a:endParaRPr lang="ru-RU"/>
          </a:p>
        </p:txBody>
      </p:sp>
      <p:sp>
        <p:nvSpPr>
          <p:cNvPr id="5" name="Нижний колонтитул 4">
            <a:extLst>
              <a:ext uri="{FF2B5EF4-FFF2-40B4-BE49-F238E27FC236}">
                <a16:creationId xmlns:a16="http://schemas.microsoft.com/office/drawing/2014/main" id="{AB8AB609-0479-4203-FA22-F7C8A4DBC39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ru-RU"/>
          </a:p>
        </p:txBody>
      </p:sp>
      <p:sp>
        <p:nvSpPr>
          <p:cNvPr id="6" name="Номер слайда 5">
            <a:extLst>
              <a:ext uri="{FF2B5EF4-FFF2-40B4-BE49-F238E27FC236}">
                <a16:creationId xmlns:a16="http://schemas.microsoft.com/office/drawing/2014/main" id="{EF3BD167-F34F-29D1-84F8-DD6CD3F8FC6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4A9D74F-141D-41EE-901B-47FF1BB5CC63}" type="slidenum">
              <a:rPr lang="ru-RU" smtClean="0"/>
              <a:t>‹#›</a:t>
            </a:fld>
            <a:endParaRPr lang="ru-RU"/>
          </a:p>
        </p:txBody>
      </p:sp>
    </p:spTree>
    <p:extLst>
      <p:ext uri="{BB962C8B-B14F-4D97-AF65-F5344CB8AC3E}">
        <p14:creationId xmlns:p14="http://schemas.microsoft.com/office/powerpoint/2010/main" val="26922752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83CA0A4-F839-9838-373A-225EE34BC847}"/>
              </a:ext>
            </a:extLst>
          </p:cNvPr>
          <p:cNvSpPr>
            <a:spLocks noGrp="1"/>
          </p:cNvSpPr>
          <p:nvPr>
            <p:ph type="ctrTitle"/>
          </p:nvPr>
        </p:nvSpPr>
        <p:spPr/>
        <p:txBody>
          <a:bodyPr>
            <a:normAutofit fontScale="90000"/>
          </a:bodyPr>
          <a:lstStyle/>
          <a:p>
            <a:r>
              <a:rPr lang="ru-RU" dirty="0"/>
              <a:t>Конструктор из геометрических примитивов</a:t>
            </a:r>
          </a:p>
        </p:txBody>
      </p:sp>
      <p:sp>
        <p:nvSpPr>
          <p:cNvPr id="3" name="Подзаголовок 2">
            <a:extLst>
              <a:ext uri="{FF2B5EF4-FFF2-40B4-BE49-F238E27FC236}">
                <a16:creationId xmlns:a16="http://schemas.microsoft.com/office/drawing/2014/main" id="{17E5B451-DD71-166A-10BE-D774B6D89C3C}"/>
              </a:ext>
            </a:extLst>
          </p:cNvPr>
          <p:cNvSpPr>
            <a:spLocks noGrp="1"/>
          </p:cNvSpPr>
          <p:nvPr>
            <p:ph type="subTitle" idx="1"/>
          </p:nvPr>
        </p:nvSpPr>
        <p:spPr>
          <a:xfrm>
            <a:off x="1530096" y="4754182"/>
            <a:ext cx="9144000" cy="1655762"/>
          </a:xfrm>
        </p:spPr>
        <p:txBody>
          <a:bodyPr>
            <a:normAutofit/>
          </a:bodyPr>
          <a:lstStyle/>
          <a:p>
            <a:pPr algn="l"/>
            <a:r>
              <a:rPr lang="ru-RU" dirty="0"/>
              <a:t>Группа: ИУ7-53Б</a:t>
            </a:r>
          </a:p>
          <a:p>
            <a:pPr algn="l"/>
            <a:r>
              <a:rPr lang="ru-RU" dirty="0"/>
              <a:t>Студент: Семенчук М. А.</a:t>
            </a:r>
          </a:p>
          <a:p>
            <a:pPr algn="l"/>
            <a:r>
              <a:rPr lang="ru-RU" dirty="0"/>
              <a:t>Руководитель: Шибанова Д. А.</a:t>
            </a:r>
            <a:endParaRPr lang="en-US" dirty="0"/>
          </a:p>
        </p:txBody>
      </p:sp>
      <p:sp>
        <p:nvSpPr>
          <p:cNvPr id="5" name="TextBox 4">
            <a:extLst>
              <a:ext uri="{FF2B5EF4-FFF2-40B4-BE49-F238E27FC236}">
                <a16:creationId xmlns:a16="http://schemas.microsoft.com/office/drawing/2014/main" id="{20A346CD-7711-2CEE-C8AF-2AE2F38FF3DB}"/>
              </a:ext>
            </a:extLst>
          </p:cNvPr>
          <p:cNvSpPr txBox="1"/>
          <p:nvPr/>
        </p:nvSpPr>
        <p:spPr>
          <a:xfrm>
            <a:off x="3048762" y="6225278"/>
            <a:ext cx="6094476" cy="338554"/>
          </a:xfrm>
          <a:prstGeom prst="rect">
            <a:avLst/>
          </a:prstGeom>
          <a:noFill/>
        </p:spPr>
        <p:txBody>
          <a:bodyPr wrap="square">
            <a:spAutoFit/>
          </a:bodyPr>
          <a:lstStyle/>
          <a:p>
            <a:pPr algn="ctr"/>
            <a:r>
              <a:rPr lang="en-US" sz="1600" i="1" dirty="0"/>
              <a:t>202</a:t>
            </a:r>
            <a:r>
              <a:rPr lang="ru-RU" sz="1600" i="1" dirty="0"/>
              <a:t>6 г</a:t>
            </a:r>
            <a:r>
              <a:rPr lang="en-US" sz="1600" i="1" dirty="0"/>
              <a:t>.</a:t>
            </a:r>
            <a:endParaRPr lang="ru-RU" sz="1600" i="1" dirty="0"/>
          </a:p>
        </p:txBody>
      </p:sp>
    </p:spTree>
    <p:extLst>
      <p:ext uri="{BB962C8B-B14F-4D97-AF65-F5344CB8AC3E}">
        <p14:creationId xmlns:p14="http://schemas.microsoft.com/office/powerpoint/2010/main" val="3149809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03D99C6-4FD8-CFAE-7548-36FB719785DB}"/>
              </a:ext>
            </a:extLst>
          </p:cNvPr>
          <p:cNvSpPr>
            <a:spLocks noGrp="1"/>
          </p:cNvSpPr>
          <p:nvPr>
            <p:ph type="title"/>
          </p:nvPr>
        </p:nvSpPr>
        <p:spPr/>
        <p:txBody>
          <a:bodyPr/>
          <a:lstStyle/>
          <a:p>
            <a:r>
              <a:rPr lang="ru-RU" dirty="0"/>
              <a:t>Цели и задачи</a:t>
            </a:r>
          </a:p>
        </p:txBody>
      </p:sp>
      <p:sp>
        <p:nvSpPr>
          <p:cNvPr id="3" name="Объект 2">
            <a:extLst>
              <a:ext uri="{FF2B5EF4-FFF2-40B4-BE49-F238E27FC236}">
                <a16:creationId xmlns:a16="http://schemas.microsoft.com/office/drawing/2014/main" id="{9164B6F1-4983-0E6B-F6AC-63381249757F}"/>
              </a:ext>
            </a:extLst>
          </p:cNvPr>
          <p:cNvSpPr>
            <a:spLocks noGrp="1"/>
          </p:cNvSpPr>
          <p:nvPr>
            <p:ph sz="half" idx="1"/>
          </p:nvPr>
        </p:nvSpPr>
        <p:spPr/>
        <p:txBody>
          <a:bodyPr>
            <a:normAutofit fontScale="85000" lnSpcReduction="20000"/>
          </a:bodyPr>
          <a:lstStyle/>
          <a:p>
            <a:pPr marL="0" indent="0">
              <a:buNone/>
            </a:pPr>
            <a:r>
              <a:rPr lang="ru-RU" b="1" dirty="0"/>
              <a:t>Целью </a:t>
            </a:r>
            <a:r>
              <a:rPr lang="ru-RU" dirty="0"/>
              <a:t>данной работы является разработка ПО для визуализации трехмерных сцен, состоящих из геометрических примитивов, а также проведение исследования по оценке производительности разработанного ПО.</a:t>
            </a:r>
          </a:p>
          <a:p>
            <a:pPr marL="0" indent="0">
              <a:buNone/>
            </a:pPr>
            <a:endParaRPr lang="en-US" dirty="0"/>
          </a:p>
        </p:txBody>
      </p:sp>
      <p:sp>
        <p:nvSpPr>
          <p:cNvPr id="5" name="Объект 4">
            <a:extLst>
              <a:ext uri="{FF2B5EF4-FFF2-40B4-BE49-F238E27FC236}">
                <a16:creationId xmlns:a16="http://schemas.microsoft.com/office/drawing/2014/main" id="{28362C87-6237-E720-6A8A-219BDF1CB028}"/>
              </a:ext>
            </a:extLst>
          </p:cNvPr>
          <p:cNvSpPr>
            <a:spLocks noGrp="1"/>
          </p:cNvSpPr>
          <p:nvPr>
            <p:ph sz="half" idx="2"/>
          </p:nvPr>
        </p:nvSpPr>
        <p:spPr/>
        <p:txBody>
          <a:bodyPr>
            <a:normAutofit fontScale="85000" lnSpcReduction="20000"/>
          </a:bodyPr>
          <a:lstStyle/>
          <a:p>
            <a:pPr marL="0" indent="0">
              <a:buNone/>
            </a:pPr>
            <a:r>
              <a:rPr lang="ru-RU" b="1" dirty="0"/>
              <a:t>Задачи</a:t>
            </a:r>
            <a:r>
              <a:rPr lang="ru-RU" dirty="0"/>
              <a:t>:</a:t>
            </a:r>
          </a:p>
          <a:p>
            <a:pPr lvl="1"/>
            <a:r>
              <a:rPr lang="ru-RU" dirty="0"/>
              <a:t>выбрать алгоритм генерации изображения, модель освещения и затенения;</a:t>
            </a:r>
          </a:p>
          <a:p>
            <a:pPr lvl="1"/>
            <a:r>
              <a:rPr lang="ru-RU" dirty="0"/>
              <a:t>описать доступные для размещения на сцене модели и формализовать их;</a:t>
            </a:r>
          </a:p>
          <a:p>
            <a:pPr lvl="1"/>
            <a:r>
              <a:rPr lang="ru-RU" dirty="0"/>
              <a:t>построить схемы алгоритмов;</a:t>
            </a:r>
          </a:p>
          <a:p>
            <a:pPr lvl="1"/>
            <a:r>
              <a:rPr lang="ru-RU" dirty="0"/>
              <a:t>выбрать средства реализации (платформу, язык программирования, графическую библиотеку, GUI библиотеку);</a:t>
            </a:r>
          </a:p>
          <a:p>
            <a:pPr lvl="1"/>
            <a:r>
              <a:rPr lang="ru-RU" dirty="0"/>
              <a:t>реализовать спроектированное ПО с помощью выбранных средств;</a:t>
            </a:r>
          </a:p>
          <a:p>
            <a:pPr lvl="1"/>
            <a:r>
              <a:rPr lang="ru-RU" dirty="0"/>
              <a:t>провести исследование производительности разработанного ПО.</a:t>
            </a:r>
          </a:p>
          <a:p>
            <a:endParaRPr lang="ru-RU" dirty="0"/>
          </a:p>
        </p:txBody>
      </p:sp>
      <p:sp>
        <p:nvSpPr>
          <p:cNvPr id="7" name="Номер слайда 6">
            <a:extLst>
              <a:ext uri="{FF2B5EF4-FFF2-40B4-BE49-F238E27FC236}">
                <a16:creationId xmlns:a16="http://schemas.microsoft.com/office/drawing/2014/main" id="{65AA6250-373F-8CC7-DDE6-C177830FA678}"/>
              </a:ext>
            </a:extLst>
          </p:cNvPr>
          <p:cNvSpPr>
            <a:spLocks noGrp="1"/>
          </p:cNvSpPr>
          <p:nvPr>
            <p:ph type="sldNum" sz="quarter" idx="12"/>
          </p:nvPr>
        </p:nvSpPr>
        <p:spPr/>
        <p:txBody>
          <a:bodyPr/>
          <a:lstStyle/>
          <a:p>
            <a:fld id="{24A9D74F-141D-41EE-901B-47FF1BB5CC63}" type="slidenum">
              <a:rPr lang="ru-RU" smtClean="0"/>
              <a:t>2</a:t>
            </a:fld>
            <a:endParaRPr lang="ru-RU"/>
          </a:p>
        </p:txBody>
      </p:sp>
    </p:spTree>
    <p:extLst>
      <p:ext uri="{BB962C8B-B14F-4D97-AF65-F5344CB8AC3E}">
        <p14:creationId xmlns:p14="http://schemas.microsoft.com/office/powerpoint/2010/main" val="6754445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DC7CCE18-DCFA-8B61-6BD0-D689538BDB53}"/>
              </a:ext>
            </a:extLst>
          </p:cNvPr>
          <p:cNvSpPr>
            <a:spLocks noGrp="1"/>
          </p:cNvSpPr>
          <p:nvPr>
            <p:ph type="title"/>
          </p:nvPr>
        </p:nvSpPr>
        <p:spPr/>
        <p:txBody>
          <a:bodyPr/>
          <a:lstStyle/>
          <a:p>
            <a:r>
              <a:rPr lang="ru-RU" dirty="0"/>
              <a:t>Трассировка лучей</a:t>
            </a:r>
          </a:p>
        </p:txBody>
      </p:sp>
      <p:sp>
        <p:nvSpPr>
          <p:cNvPr id="7" name="Объект 6">
            <a:extLst>
              <a:ext uri="{FF2B5EF4-FFF2-40B4-BE49-F238E27FC236}">
                <a16:creationId xmlns:a16="http://schemas.microsoft.com/office/drawing/2014/main" id="{31042A89-E286-B084-F8E1-81F43EAC817F}"/>
              </a:ext>
            </a:extLst>
          </p:cNvPr>
          <p:cNvSpPr>
            <a:spLocks noGrp="1"/>
          </p:cNvSpPr>
          <p:nvPr>
            <p:ph type="body" sz="half" idx="2"/>
          </p:nvPr>
        </p:nvSpPr>
        <p:spPr/>
        <p:txBody>
          <a:bodyPr/>
          <a:lstStyle/>
          <a:p>
            <a:pPr marL="0" indent="0">
              <a:buNone/>
            </a:pPr>
            <a:r>
              <a:rPr lang="ru-RU" dirty="0"/>
              <a:t>Трассировка лучей - метод рендеринга, который позволяет реалистично имитировать освещение среды за счет использования физически корректной модели поведения света.</a:t>
            </a:r>
            <a:endParaRPr lang="en-US" dirty="0"/>
          </a:p>
          <a:p>
            <a:pPr marL="0" indent="0">
              <a:buNone/>
            </a:pPr>
            <a:r>
              <a:rPr lang="ru-RU" dirty="0"/>
              <a:t>Распространяясь по сцене и взаимодействую с ее объектами, свет может</a:t>
            </a:r>
            <a:r>
              <a:rPr lang="en-US" dirty="0"/>
              <a:t>:</a:t>
            </a:r>
          </a:p>
          <a:p>
            <a:pPr lvl="1"/>
            <a:r>
              <a:rPr lang="ru-RU" dirty="0"/>
              <a:t>Отражаться</a:t>
            </a:r>
            <a:r>
              <a:rPr lang="en-US" dirty="0"/>
              <a:t>;</a:t>
            </a:r>
          </a:p>
          <a:p>
            <a:pPr lvl="1"/>
            <a:r>
              <a:rPr lang="ru-RU" dirty="0"/>
              <a:t>Преломляться</a:t>
            </a:r>
            <a:r>
              <a:rPr lang="en-US" dirty="0"/>
              <a:t>;</a:t>
            </a:r>
          </a:p>
          <a:p>
            <a:pPr lvl="1"/>
            <a:r>
              <a:rPr lang="ru-RU" dirty="0"/>
              <a:t>Поглощаться</a:t>
            </a:r>
            <a:r>
              <a:rPr lang="en-US" dirty="0"/>
              <a:t>;</a:t>
            </a:r>
          </a:p>
          <a:p>
            <a:pPr lvl="1"/>
            <a:r>
              <a:rPr lang="ru-RU" dirty="0"/>
              <a:t>рассеиваться.</a:t>
            </a:r>
          </a:p>
          <a:p>
            <a:endParaRPr lang="ru-RU" dirty="0"/>
          </a:p>
        </p:txBody>
      </p:sp>
      <p:pic>
        <p:nvPicPr>
          <p:cNvPr id="9" name="Рисунок 8" descr="Изображение выглядит как диаграмма, текст&#10;&#10;Содержимое, созданное искусственным интеллектом, может быть неверным.">
            <a:extLst>
              <a:ext uri="{FF2B5EF4-FFF2-40B4-BE49-F238E27FC236}">
                <a16:creationId xmlns:a16="http://schemas.microsoft.com/office/drawing/2014/main" id="{37237817-ABD7-E5A8-3E6A-0897C7B27BA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570175" y="1524314"/>
            <a:ext cx="5398225" cy="3799845"/>
          </a:xfrm>
          <a:prstGeom prst="rect">
            <a:avLst/>
          </a:prstGeom>
        </p:spPr>
      </p:pic>
      <p:sp>
        <p:nvSpPr>
          <p:cNvPr id="5" name="Номер слайда 4">
            <a:extLst>
              <a:ext uri="{FF2B5EF4-FFF2-40B4-BE49-F238E27FC236}">
                <a16:creationId xmlns:a16="http://schemas.microsoft.com/office/drawing/2014/main" id="{598F9E4D-445A-29AF-5F3C-27D3841E7E61}"/>
              </a:ext>
            </a:extLst>
          </p:cNvPr>
          <p:cNvSpPr>
            <a:spLocks noGrp="1"/>
          </p:cNvSpPr>
          <p:nvPr>
            <p:ph type="sldNum" sz="quarter" idx="12"/>
          </p:nvPr>
        </p:nvSpPr>
        <p:spPr/>
        <p:txBody>
          <a:bodyPr/>
          <a:lstStyle/>
          <a:p>
            <a:fld id="{24A9D74F-141D-41EE-901B-47FF1BB5CC63}" type="slidenum">
              <a:rPr lang="ru-RU" smtClean="0"/>
              <a:t>3</a:t>
            </a:fld>
            <a:endParaRPr lang="ru-RU"/>
          </a:p>
        </p:txBody>
      </p:sp>
    </p:spTree>
    <p:extLst>
      <p:ext uri="{BB962C8B-B14F-4D97-AF65-F5344CB8AC3E}">
        <p14:creationId xmlns:p14="http://schemas.microsoft.com/office/powerpoint/2010/main" val="4446226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80480D1-E591-E504-4C5C-B6B5BE073B17}"/>
              </a:ext>
            </a:extLst>
          </p:cNvPr>
          <p:cNvSpPr>
            <a:spLocks noGrp="1"/>
          </p:cNvSpPr>
          <p:nvPr>
            <p:ph type="title"/>
          </p:nvPr>
        </p:nvSpPr>
        <p:spPr/>
        <p:txBody>
          <a:bodyPr/>
          <a:lstStyle/>
          <a:p>
            <a:pPr algn="ctr"/>
            <a:r>
              <a:rPr lang="ru-RU" dirty="0"/>
              <a:t>Модели освещения</a:t>
            </a:r>
          </a:p>
        </p:txBody>
      </p:sp>
      <p:pic>
        <p:nvPicPr>
          <p:cNvPr id="21" name="Рисунок 20" descr="Изображение выглядит как зарисовка, рисунок, диаграмма, линия&#10;&#10;Содержимое, созданное искусственным интеллектом, может быть неверным.">
            <a:extLst>
              <a:ext uri="{FF2B5EF4-FFF2-40B4-BE49-F238E27FC236}">
                <a16:creationId xmlns:a16="http://schemas.microsoft.com/office/drawing/2014/main" id="{86A80309-46B4-1E6C-B648-71B981AAD7C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8200" y="2558141"/>
            <a:ext cx="4200144" cy="3134357"/>
          </a:xfrm>
          <a:prstGeom prst="rect">
            <a:avLst/>
          </a:prstGeom>
        </p:spPr>
      </p:pic>
      <p:sp>
        <p:nvSpPr>
          <p:cNvPr id="22" name="TextBox 21">
            <a:extLst>
              <a:ext uri="{FF2B5EF4-FFF2-40B4-BE49-F238E27FC236}">
                <a16:creationId xmlns:a16="http://schemas.microsoft.com/office/drawing/2014/main" id="{839CAB9E-5D00-3876-4087-D2FF068EBB7E}"/>
              </a:ext>
            </a:extLst>
          </p:cNvPr>
          <p:cNvSpPr txBox="1"/>
          <p:nvPr/>
        </p:nvSpPr>
        <p:spPr>
          <a:xfrm>
            <a:off x="2395495" y="1939748"/>
            <a:ext cx="1085554" cy="369332"/>
          </a:xfrm>
          <a:prstGeom prst="rect">
            <a:avLst/>
          </a:prstGeom>
          <a:noFill/>
        </p:spPr>
        <p:txBody>
          <a:bodyPr wrap="none" rtlCol="0">
            <a:spAutoFit/>
          </a:bodyPr>
          <a:lstStyle/>
          <a:p>
            <a:r>
              <a:rPr lang="ru-RU" dirty="0"/>
              <a:t>Ламберт</a:t>
            </a:r>
          </a:p>
        </p:txBody>
      </p:sp>
      <p:pic>
        <p:nvPicPr>
          <p:cNvPr id="24" name="Рисунок 23" descr="Изображение выглядит как черный, темнота, Астрономический объект, лунный свет&#10;&#10;Содержимое, созданное искусственным интеллектом, может быть неверным.">
            <a:extLst>
              <a:ext uri="{FF2B5EF4-FFF2-40B4-BE49-F238E27FC236}">
                <a16:creationId xmlns:a16="http://schemas.microsoft.com/office/drawing/2014/main" id="{2DB819CF-A385-98FE-2E13-C7D476E6836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6000" y="4215170"/>
            <a:ext cx="2381250" cy="1628775"/>
          </a:xfrm>
          <a:prstGeom prst="rect">
            <a:avLst/>
          </a:prstGeom>
        </p:spPr>
      </p:pic>
      <p:sp>
        <p:nvSpPr>
          <p:cNvPr id="25" name="TextBox 24">
            <a:extLst>
              <a:ext uri="{FF2B5EF4-FFF2-40B4-BE49-F238E27FC236}">
                <a16:creationId xmlns:a16="http://schemas.microsoft.com/office/drawing/2014/main" id="{95253560-EA38-0BD2-407F-DC44A1ACF162}"/>
              </a:ext>
            </a:extLst>
          </p:cNvPr>
          <p:cNvSpPr txBox="1"/>
          <p:nvPr/>
        </p:nvSpPr>
        <p:spPr>
          <a:xfrm>
            <a:off x="8719086" y="4290893"/>
            <a:ext cx="2331087" cy="1477328"/>
          </a:xfrm>
          <a:prstGeom prst="rect">
            <a:avLst/>
          </a:prstGeom>
          <a:noFill/>
        </p:spPr>
        <p:txBody>
          <a:bodyPr wrap="none" rtlCol="0">
            <a:spAutoFit/>
          </a:bodyPr>
          <a:lstStyle/>
          <a:p>
            <a:r>
              <a:rPr lang="en-US" dirty="0"/>
              <a:t>V –</a:t>
            </a:r>
            <a:r>
              <a:rPr lang="ru-RU" dirty="0"/>
              <a:t> наблюдатель</a:t>
            </a:r>
          </a:p>
          <a:p>
            <a:r>
              <a:rPr lang="en-US" dirty="0"/>
              <a:t>N – </a:t>
            </a:r>
            <a:r>
              <a:rPr lang="ru-RU" dirty="0"/>
              <a:t>нормаль</a:t>
            </a:r>
            <a:endParaRPr lang="en-US" dirty="0"/>
          </a:p>
          <a:p>
            <a:r>
              <a:rPr lang="en-US" dirty="0"/>
              <a:t>L – </a:t>
            </a:r>
            <a:r>
              <a:rPr lang="ru-RU" dirty="0"/>
              <a:t>источник света</a:t>
            </a:r>
            <a:endParaRPr lang="en-US" dirty="0"/>
          </a:p>
          <a:p>
            <a:r>
              <a:rPr lang="en-US" dirty="0"/>
              <a:t>R </a:t>
            </a:r>
            <a:r>
              <a:rPr lang="ru-RU" dirty="0"/>
              <a:t>– отраженный свет</a:t>
            </a:r>
          </a:p>
          <a:p>
            <a:r>
              <a:rPr lang="en-US" dirty="0"/>
              <a:t>H</a:t>
            </a:r>
            <a:r>
              <a:rPr lang="ru-RU" dirty="0"/>
              <a:t> – полувектор</a:t>
            </a:r>
          </a:p>
        </p:txBody>
      </p:sp>
      <p:pic>
        <p:nvPicPr>
          <p:cNvPr id="27" name="Рисунок 26" descr="Изображение выглядит как снимок экрана, дизайн&#10;&#10;Содержимое, созданное искусственным интеллектом, может быть неверным.">
            <a:extLst>
              <a:ext uri="{FF2B5EF4-FFF2-40B4-BE49-F238E27FC236}">
                <a16:creationId xmlns:a16="http://schemas.microsoft.com/office/drawing/2014/main" id="{C174F614-680C-B99F-516D-8F0F7448891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096000" y="2558141"/>
            <a:ext cx="5634100" cy="1521207"/>
          </a:xfrm>
          <a:prstGeom prst="rect">
            <a:avLst/>
          </a:prstGeom>
        </p:spPr>
      </p:pic>
      <p:sp>
        <p:nvSpPr>
          <p:cNvPr id="28" name="TextBox 27">
            <a:extLst>
              <a:ext uri="{FF2B5EF4-FFF2-40B4-BE49-F238E27FC236}">
                <a16:creationId xmlns:a16="http://schemas.microsoft.com/office/drawing/2014/main" id="{F8607D89-460D-51C4-E6F3-75BF635BE1F7}"/>
              </a:ext>
            </a:extLst>
          </p:cNvPr>
          <p:cNvSpPr txBox="1"/>
          <p:nvPr/>
        </p:nvSpPr>
        <p:spPr>
          <a:xfrm>
            <a:off x="8370273" y="1936232"/>
            <a:ext cx="697627" cy="369332"/>
          </a:xfrm>
          <a:prstGeom prst="rect">
            <a:avLst/>
          </a:prstGeom>
          <a:noFill/>
        </p:spPr>
        <p:txBody>
          <a:bodyPr wrap="none" rtlCol="0">
            <a:spAutoFit/>
          </a:bodyPr>
          <a:lstStyle/>
          <a:p>
            <a:r>
              <a:rPr lang="ru-RU" dirty="0"/>
              <a:t>Фонг</a:t>
            </a:r>
          </a:p>
        </p:txBody>
      </p:sp>
      <p:sp>
        <p:nvSpPr>
          <p:cNvPr id="5" name="Номер слайда 4">
            <a:extLst>
              <a:ext uri="{FF2B5EF4-FFF2-40B4-BE49-F238E27FC236}">
                <a16:creationId xmlns:a16="http://schemas.microsoft.com/office/drawing/2014/main" id="{952E303F-6F1D-457A-0F34-AED726015BF1}"/>
              </a:ext>
            </a:extLst>
          </p:cNvPr>
          <p:cNvSpPr>
            <a:spLocks noGrp="1"/>
          </p:cNvSpPr>
          <p:nvPr>
            <p:ph type="sldNum" sz="quarter" idx="12"/>
          </p:nvPr>
        </p:nvSpPr>
        <p:spPr/>
        <p:txBody>
          <a:bodyPr/>
          <a:lstStyle/>
          <a:p>
            <a:fld id="{24A9D74F-141D-41EE-901B-47FF1BB5CC63}" type="slidenum">
              <a:rPr lang="ru-RU" smtClean="0"/>
              <a:t>4</a:t>
            </a:fld>
            <a:endParaRPr lang="ru-RU"/>
          </a:p>
        </p:txBody>
      </p:sp>
    </p:spTree>
    <p:extLst>
      <p:ext uri="{BB962C8B-B14F-4D97-AF65-F5344CB8AC3E}">
        <p14:creationId xmlns:p14="http://schemas.microsoft.com/office/powerpoint/2010/main" val="276921660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C2136B7C-CFBD-3C7B-529D-EB18DEA08ACD}"/>
              </a:ext>
            </a:extLst>
          </p:cNvPr>
          <p:cNvSpPr>
            <a:spLocks noGrp="1"/>
          </p:cNvSpPr>
          <p:nvPr>
            <p:ph type="title"/>
          </p:nvPr>
        </p:nvSpPr>
        <p:spPr/>
        <p:txBody>
          <a:bodyPr>
            <a:normAutofit/>
          </a:bodyPr>
          <a:lstStyle/>
          <a:p>
            <a:pPr algn="ctr"/>
            <a:r>
              <a:rPr lang="ru-RU" dirty="0"/>
              <a:t>Формализованная постановка задача</a:t>
            </a:r>
          </a:p>
        </p:txBody>
      </p:sp>
      <p:pic>
        <p:nvPicPr>
          <p:cNvPr id="6" name="Рисунок 5" descr="Изображение выглядит как текст, диаграмма, линия, Параллельный&#10;&#10;Содержимое, созданное искусственным интеллектом, может быть неверным.">
            <a:extLst>
              <a:ext uri="{FF2B5EF4-FFF2-40B4-BE49-F238E27FC236}">
                <a16:creationId xmlns:a16="http://schemas.microsoft.com/office/drawing/2014/main" id="{AE51B868-81F5-B324-A48F-D2C5C0B73A77}"/>
              </a:ext>
            </a:extLst>
          </p:cNvPr>
          <p:cNvPicPr>
            <a:picLocks noChangeAspect="1"/>
          </p:cNvPicPr>
          <p:nvPr/>
        </p:nvPicPr>
        <p:blipFill>
          <a:blip r:embed="rId2"/>
          <a:stretch>
            <a:fillRect/>
          </a:stretch>
        </p:blipFill>
        <p:spPr>
          <a:xfrm>
            <a:off x="1252728" y="2890520"/>
            <a:ext cx="3828288" cy="3190240"/>
          </a:xfrm>
          <a:prstGeom prst="rect">
            <a:avLst/>
          </a:prstGeom>
        </p:spPr>
      </p:pic>
      <p:pic>
        <p:nvPicPr>
          <p:cNvPr id="8" name="Рисунок 7" descr="Изображение выглядит как текст, диаграмма, Технический чертеж, линия&#10;&#10;Содержимое, созданное искусственным интеллектом, может быть неверным.">
            <a:extLst>
              <a:ext uri="{FF2B5EF4-FFF2-40B4-BE49-F238E27FC236}">
                <a16:creationId xmlns:a16="http://schemas.microsoft.com/office/drawing/2014/main" id="{93F0A222-FDD5-4EEB-D71C-7FEBE4DA27DD}"/>
              </a:ext>
            </a:extLst>
          </p:cNvPr>
          <p:cNvPicPr>
            <a:picLocks noChangeAspect="1"/>
          </p:cNvPicPr>
          <p:nvPr/>
        </p:nvPicPr>
        <p:blipFill>
          <a:blip r:embed="rId3"/>
          <a:srcRect l="1" r="1114"/>
          <a:stretch>
            <a:fillRect/>
          </a:stretch>
        </p:blipFill>
        <p:spPr>
          <a:xfrm>
            <a:off x="7110987" y="2890520"/>
            <a:ext cx="4053838" cy="3190240"/>
          </a:xfrm>
          <a:prstGeom prst="rect">
            <a:avLst/>
          </a:prstGeom>
        </p:spPr>
      </p:pic>
      <p:sp>
        <p:nvSpPr>
          <p:cNvPr id="9" name="TextBox 8">
            <a:extLst>
              <a:ext uri="{FF2B5EF4-FFF2-40B4-BE49-F238E27FC236}">
                <a16:creationId xmlns:a16="http://schemas.microsoft.com/office/drawing/2014/main" id="{8B185A4C-7C0C-078F-9EAE-3D9932CB4186}"/>
              </a:ext>
            </a:extLst>
          </p:cNvPr>
          <p:cNvSpPr txBox="1"/>
          <p:nvPr/>
        </p:nvSpPr>
        <p:spPr>
          <a:xfrm>
            <a:off x="1571244" y="1690688"/>
            <a:ext cx="3191256" cy="923330"/>
          </a:xfrm>
          <a:prstGeom prst="rect">
            <a:avLst/>
          </a:prstGeom>
          <a:noFill/>
        </p:spPr>
        <p:txBody>
          <a:bodyPr wrap="square" rtlCol="0">
            <a:spAutoFit/>
          </a:bodyPr>
          <a:lstStyle/>
          <a:p>
            <a:r>
              <a:rPr lang="en-US" dirty="0"/>
              <a:t>IDEF0 </a:t>
            </a:r>
            <a:r>
              <a:rPr lang="ru-RU" dirty="0"/>
              <a:t>диаграмма обобщенного алгоритма генерации изображения</a:t>
            </a:r>
          </a:p>
        </p:txBody>
      </p:sp>
      <p:sp>
        <p:nvSpPr>
          <p:cNvPr id="10" name="TextBox 9">
            <a:extLst>
              <a:ext uri="{FF2B5EF4-FFF2-40B4-BE49-F238E27FC236}">
                <a16:creationId xmlns:a16="http://schemas.microsoft.com/office/drawing/2014/main" id="{66B77795-A53B-59B4-DD56-3A0EC18A6C49}"/>
              </a:ext>
            </a:extLst>
          </p:cNvPr>
          <p:cNvSpPr txBox="1"/>
          <p:nvPr/>
        </p:nvSpPr>
        <p:spPr>
          <a:xfrm>
            <a:off x="7574084" y="1690688"/>
            <a:ext cx="3191256" cy="923330"/>
          </a:xfrm>
          <a:prstGeom prst="rect">
            <a:avLst/>
          </a:prstGeom>
          <a:noFill/>
        </p:spPr>
        <p:txBody>
          <a:bodyPr wrap="square" rtlCol="0">
            <a:spAutoFit/>
          </a:bodyPr>
          <a:lstStyle/>
          <a:p>
            <a:r>
              <a:rPr lang="en-US" dirty="0"/>
              <a:t>IDEF0 </a:t>
            </a:r>
            <a:r>
              <a:rPr lang="ru-RU" dirty="0"/>
              <a:t>диаграмма выбранного алгоритма генерации изображения</a:t>
            </a:r>
          </a:p>
        </p:txBody>
      </p:sp>
      <p:sp>
        <p:nvSpPr>
          <p:cNvPr id="5" name="Номер слайда 4">
            <a:extLst>
              <a:ext uri="{FF2B5EF4-FFF2-40B4-BE49-F238E27FC236}">
                <a16:creationId xmlns:a16="http://schemas.microsoft.com/office/drawing/2014/main" id="{FF27268A-92E0-7B3C-CF66-A407B2DB91C6}"/>
              </a:ext>
            </a:extLst>
          </p:cNvPr>
          <p:cNvSpPr>
            <a:spLocks noGrp="1"/>
          </p:cNvSpPr>
          <p:nvPr>
            <p:ph type="sldNum" sz="quarter" idx="12"/>
          </p:nvPr>
        </p:nvSpPr>
        <p:spPr/>
        <p:txBody>
          <a:bodyPr/>
          <a:lstStyle/>
          <a:p>
            <a:fld id="{24A9D74F-141D-41EE-901B-47FF1BB5CC63}" type="slidenum">
              <a:rPr lang="ru-RU" smtClean="0"/>
              <a:t>5</a:t>
            </a:fld>
            <a:endParaRPr lang="ru-RU"/>
          </a:p>
        </p:txBody>
      </p:sp>
    </p:spTree>
    <p:extLst>
      <p:ext uri="{BB962C8B-B14F-4D97-AF65-F5344CB8AC3E}">
        <p14:creationId xmlns:p14="http://schemas.microsoft.com/office/powerpoint/2010/main" val="22625280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EE4DF18-E554-0B20-C84B-F68D3E71D42A}"/>
              </a:ext>
            </a:extLst>
          </p:cNvPr>
          <p:cNvSpPr>
            <a:spLocks noGrp="1"/>
          </p:cNvSpPr>
          <p:nvPr>
            <p:ph type="title"/>
          </p:nvPr>
        </p:nvSpPr>
        <p:spPr/>
        <p:txBody>
          <a:bodyPr/>
          <a:lstStyle/>
          <a:p>
            <a:pPr algn="ctr"/>
            <a:r>
              <a:rPr lang="ru-RU" dirty="0"/>
              <a:t>Схема алгоритма трассировки лучей</a:t>
            </a:r>
          </a:p>
        </p:txBody>
      </p:sp>
      <p:pic>
        <p:nvPicPr>
          <p:cNvPr id="5" name="Рисунок 4" descr="Изображение выглядит как диаграмма, зарисовка, Технический чертеж, План&#10;&#10;Содержимое, созданное искусственным интеллектом, может быть неверным.">
            <a:extLst>
              <a:ext uri="{FF2B5EF4-FFF2-40B4-BE49-F238E27FC236}">
                <a16:creationId xmlns:a16="http://schemas.microsoft.com/office/drawing/2014/main" id="{5C6717CC-243F-1A53-EBF5-5868F6024029}"/>
              </a:ext>
            </a:extLst>
          </p:cNvPr>
          <p:cNvPicPr>
            <a:picLocks noChangeAspect="1"/>
          </p:cNvPicPr>
          <p:nvPr/>
        </p:nvPicPr>
        <p:blipFill>
          <a:blip r:embed="rId2"/>
          <a:stretch>
            <a:fillRect/>
          </a:stretch>
        </p:blipFill>
        <p:spPr>
          <a:xfrm rot="16200000">
            <a:off x="3964810" y="-552606"/>
            <a:ext cx="4262380" cy="9467088"/>
          </a:xfrm>
          <a:prstGeom prst="rect">
            <a:avLst/>
          </a:prstGeom>
        </p:spPr>
      </p:pic>
      <p:sp>
        <p:nvSpPr>
          <p:cNvPr id="6" name="Номер слайда 5">
            <a:extLst>
              <a:ext uri="{FF2B5EF4-FFF2-40B4-BE49-F238E27FC236}">
                <a16:creationId xmlns:a16="http://schemas.microsoft.com/office/drawing/2014/main" id="{C36FD65B-DFC1-1F69-CB3F-3CCF4479A9AB}"/>
              </a:ext>
            </a:extLst>
          </p:cNvPr>
          <p:cNvSpPr>
            <a:spLocks noGrp="1"/>
          </p:cNvSpPr>
          <p:nvPr>
            <p:ph type="sldNum" sz="quarter" idx="12"/>
          </p:nvPr>
        </p:nvSpPr>
        <p:spPr/>
        <p:txBody>
          <a:bodyPr/>
          <a:lstStyle/>
          <a:p>
            <a:fld id="{24A9D74F-141D-41EE-901B-47FF1BB5CC63}" type="slidenum">
              <a:rPr lang="ru-RU" smtClean="0"/>
              <a:t>6</a:t>
            </a:fld>
            <a:endParaRPr lang="ru-RU"/>
          </a:p>
        </p:txBody>
      </p:sp>
    </p:spTree>
    <p:extLst>
      <p:ext uri="{BB962C8B-B14F-4D97-AF65-F5344CB8AC3E}">
        <p14:creationId xmlns:p14="http://schemas.microsoft.com/office/powerpoint/2010/main" val="78662584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CC70739-AB7D-1151-62FB-E6D1A5DEF9EA}"/>
              </a:ext>
            </a:extLst>
          </p:cNvPr>
          <p:cNvSpPr>
            <a:spLocks noGrp="1"/>
          </p:cNvSpPr>
          <p:nvPr>
            <p:ph type="title"/>
          </p:nvPr>
        </p:nvSpPr>
        <p:spPr/>
        <p:txBody>
          <a:bodyPr/>
          <a:lstStyle/>
          <a:p>
            <a:pPr algn="ctr"/>
            <a:r>
              <a:rPr lang="ru-RU" dirty="0"/>
              <a:t>Требования к ПО и средства реализации</a:t>
            </a:r>
          </a:p>
        </p:txBody>
      </p:sp>
      <p:sp>
        <p:nvSpPr>
          <p:cNvPr id="3" name="Объект 2">
            <a:extLst>
              <a:ext uri="{FF2B5EF4-FFF2-40B4-BE49-F238E27FC236}">
                <a16:creationId xmlns:a16="http://schemas.microsoft.com/office/drawing/2014/main" id="{F35E33DA-2A5B-408C-1C7B-925B79DDE658}"/>
              </a:ext>
            </a:extLst>
          </p:cNvPr>
          <p:cNvSpPr>
            <a:spLocks noGrp="1"/>
          </p:cNvSpPr>
          <p:nvPr>
            <p:ph idx="1"/>
          </p:nvPr>
        </p:nvSpPr>
        <p:spPr/>
        <p:txBody>
          <a:bodyPr>
            <a:normAutofit fontScale="92500"/>
          </a:bodyPr>
          <a:lstStyle/>
          <a:p>
            <a:pPr marL="0" indent="0">
              <a:buNone/>
            </a:pPr>
            <a:r>
              <a:rPr lang="ru-RU" dirty="0"/>
              <a:t>Разрабатываемое ПО должно обладать следующим функционалом:</a:t>
            </a:r>
          </a:p>
          <a:p>
            <a:pPr lvl="1"/>
            <a:r>
              <a:rPr lang="ru-RU" dirty="0"/>
              <a:t>добавление и удаление объектов;</a:t>
            </a:r>
          </a:p>
          <a:p>
            <a:pPr lvl="1"/>
            <a:r>
              <a:rPr lang="ru-RU" dirty="0"/>
              <a:t>изменение положения, ориентации, масштаба и цвета объектов;</a:t>
            </a:r>
          </a:p>
          <a:p>
            <a:pPr lvl="1"/>
            <a:r>
              <a:rPr lang="ru-RU" dirty="0"/>
              <a:t>изменение положения и ориентации камеры;</a:t>
            </a:r>
          </a:p>
          <a:p>
            <a:pPr lvl="1"/>
            <a:r>
              <a:rPr lang="ru-RU" dirty="0"/>
              <a:t>добавление и удаление источников освещения;</a:t>
            </a:r>
          </a:p>
          <a:p>
            <a:pPr lvl="1"/>
            <a:r>
              <a:rPr lang="ru-RU" dirty="0"/>
              <a:t>изменение положения, ориентации и цвета источников освещения</a:t>
            </a:r>
            <a:r>
              <a:rPr lang="en-US" dirty="0"/>
              <a:t>.</a:t>
            </a:r>
          </a:p>
          <a:p>
            <a:pPr marL="457200" lvl="1" indent="0">
              <a:buNone/>
            </a:pPr>
            <a:endParaRPr lang="ru-RU" dirty="0"/>
          </a:p>
          <a:p>
            <a:pPr marL="0" indent="0">
              <a:buNone/>
            </a:pPr>
            <a:r>
              <a:rPr lang="ru-RU" dirty="0"/>
              <a:t>Средства реализации</a:t>
            </a:r>
            <a:r>
              <a:rPr lang="en-US" dirty="0"/>
              <a:t>:</a:t>
            </a:r>
            <a:endParaRPr lang="ru-RU" dirty="0"/>
          </a:p>
          <a:p>
            <a:pPr lvl="1"/>
            <a:r>
              <a:rPr lang="ru-RU" dirty="0"/>
              <a:t>Язык программирования</a:t>
            </a:r>
            <a:r>
              <a:rPr lang="en-US" dirty="0"/>
              <a:t>: C++</a:t>
            </a:r>
          </a:p>
          <a:p>
            <a:pPr lvl="1"/>
            <a:r>
              <a:rPr lang="ru-RU" dirty="0"/>
              <a:t>Графическая библиотека</a:t>
            </a:r>
            <a:r>
              <a:rPr lang="en-US" dirty="0"/>
              <a:t>: SFML</a:t>
            </a:r>
          </a:p>
          <a:p>
            <a:pPr lvl="1"/>
            <a:r>
              <a:rPr lang="en-US" dirty="0"/>
              <a:t>GUI </a:t>
            </a:r>
            <a:r>
              <a:rPr lang="ru-RU" dirty="0"/>
              <a:t>библиотека</a:t>
            </a:r>
            <a:r>
              <a:rPr lang="en-US" dirty="0"/>
              <a:t>: Dear ImGui</a:t>
            </a:r>
            <a:endParaRPr lang="ru-RU" dirty="0"/>
          </a:p>
        </p:txBody>
      </p:sp>
      <p:sp>
        <p:nvSpPr>
          <p:cNvPr id="6" name="Номер слайда 5">
            <a:extLst>
              <a:ext uri="{FF2B5EF4-FFF2-40B4-BE49-F238E27FC236}">
                <a16:creationId xmlns:a16="http://schemas.microsoft.com/office/drawing/2014/main" id="{1705C54C-2674-CAF6-8EA7-E630AC9F846F}"/>
              </a:ext>
            </a:extLst>
          </p:cNvPr>
          <p:cNvSpPr>
            <a:spLocks noGrp="1"/>
          </p:cNvSpPr>
          <p:nvPr>
            <p:ph type="sldNum" sz="quarter" idx="12"/>
          </p:nvPr>
        </p:nvSpPr>
        <p:spPr/>
        <p:txBody>
          <a:bodyPr/>
          <a:lstStyle/>
          <a:p>
            <a:fld id="{24A9D74F-141D-41EE-901B-47FF1BB5CC63}" type="slidenum">
              <a:rPr lang="ru-RU" smtClean="0"/>
              <a:t>7</a:t>
            </a:fld>
            <a:endParaRPr lang="ru-RU"/>
          </a:p>
        </p:txBody>
      </p:sp>
    </p:spTree>
    <p:extLst>
      <p:ext uri="{BB962C8B-B14F-4D97-AF65-F5344CB8AC3E}">
        <p14:creationId xmlns:p14="http://schemas.microsoft.com/office/powerpoint/2010/main" val="2427481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061C59D8-FE4E-FAE7-43A0-CAA1D51C4582}"/>
              </a:ext>
            </a:extLst>
          </p:cNvPr>
          <p:cNvSpPr>
            <a:spLocks noGrp="1"/>
          </p:cNvSpPr>
          <p:nvPr>
            <p:ph type="title"/>
          </p:nvPr>
        </p:nvSpPr>
        <p:spPr/>
        <p:txBody>
          <a:bodyPr/>
          <a:lstStyle/>
          <a:p>
            <a:pPr algn="ctr"/>
            <a:r>
              <a:rPr lang="ru-RU" dirty="0"/>
              <a:t>Диаграмма классов</a:t>
            </a:r>
          </a:p>
        </p:txBody>
      </p:sp>
      <p:pic>
        <p:nvPicPr>
          <p:cNvPr id="5" name="Рисунок 4" descr="Изображение выглядит как текст, диаграмма, План, схематичный&#10;&#10;Содержимое, созданное искусственным интеллектом, может быть неверным.">
            <a:extLst>
              <a:ext uri="{FF2B5EF4-FFF2-40B4-BE49-F238E27FC236}">
                <a16:creationId xmlns:a16="http://schemas.microsoft.com/office/drawing/2014/main" id="{7702CBC6-D261-E85D-0B4D-6CED728E7172}"/>
              </a:ext>
            </a:extLst>
          </p:cNvPr>
          <p:cNvPicPr>
            <a:picLocks noChangeAspect="1"/>
          </p:cNvPicPr>
          <p:nvPr/>
        </p:nvPicPr>
        <p:blipFill>
          <a:blip r:embed="rId2"/>
          <a:srcRect r="1156"/>
          <a:stretch>
            <a:fillRect/>
          </a:stretch>
        </p:blipFill>
        <p:spPr>
          <a:xfrm>
            <a:off x="5294086" y="1847088"/>
            <a:ext cx="5989610" cy="4581144"/>
          </a:xfrm>
          <a:prstGeom prst="rect">
            <a:avLst/>
          </a:prstGeom>
        </p:spPr>
      </p:pic>
      <p:sp>
        <p:nvSpPr>
          <p:cNvPr id="7" name="TextBox 6">
            <a:extLst>
              <a:ext uri="{FF2B5EF4-FFF2-40B4-BE49-F238E27FC236}">
                <a16:creationId xmlns:a16="http://schemas.microsoft.com/office/drawing/2014/main" id="{72F5C6AB-242A-A447-C178-A26A3592F772}"/>
              </a:ext>
            </a:extLst>
          </p:cNvPr>
          <p:cNvSpPr txBox="1"/>
          <p:nvPr/>
        </p:nvSpPr>
        <p:spPr>
          <a:xfrm>
            <a:off x="838200" y="1847088"/>
            <a:ext cx="3934968" cy="4458913"/>
          </a:xfrm>
          <a:prstGeom prst="rect">
            <a:avLst/>
          </a:prstGeom>
          <a:noFill/>
        </p:spPr>
        <p:txBody>
          <a:bodyPr wrap="square">
            <a:spAutoFit/>
          </a:bodyPr>
          <a:lstStyle/>
          <a:p>
            <a:pPr>
              <a:lnSpc>
                <a:spcPts val="1650"/>
              </a:lnSpc>
              <a:buNone/>
            </a:pPr>
            <a:r>
              <a:rPr lang="ru-RU" b="0" dirty="0">
                <a:effectLst/>
                <a:latin typeface="DinaRemasterII"/>
              </a:rPr>
              <a:t>Класс </a:t>
            </a:r>
            <a:r>
              <a:rPr lang="ru-RU" b="1" i="1" dirty="0">
                <a:effectLst/>
                <a:latin typeface="DinaRemasterII"/>
              </a:rPr>
              <a:t>Scene</a:t>
            </a:r>
            <a:r>
              <a:rPr lang="ru-RU" b="0" dirty="0">
                <a:effectLst/>
                <a:latin typeface="DinaRemasterII"/>
              </a:rPr>
              <a:t> предназначен для хранения геометрических объектов сцены и источников освещения.</a:t>
            </a:r>
            <a:endParaRPr lang="en-US" b="0" dirty="0">
              <a:effectLst/>
              <a:latin typeface="DinaRemasterII"/>
            </a:endParaRPr>
          </a:p>
          <a:p>
            <a:pPr>
              <a:lnSpc>
                <a:spcPts val="1650"/>
              </a:lnSpc>
              <a:buNone/>
            </a:pPr>
            <a:endParaRPr lang="en-US" dirty="0">
              <a:latin typeface="DinaRemasterII"/>
            </a:endParaRPr>
          </a:p>
          <a:p>
            <a:pPr>
              <a:lnSpc>
                <a:spcPts val="1650"/>
              </a:lnSpc>
              <a:buNone/>
            </a:pPr>
            <a:r>
              <a:rPr lang="ru-RU" b="0" dirty="0">
                <a:effectLst/>
                <a:latin typeface="DinaRemasterII"/>
              </a:rPr>
              <a:t>Класс </a:t>
            </a:r>
            <a:r>
              <a:rPr lang="ru-RU" b="1" i="1" dirty="0">
                <a:effectLst/>
                <a:latin typeface="DinaRemasterII"/>
              </a:rPr>
              <a:t>Camera</a:t>
            </a:r>
            <a:r>
              <a:rPr lang="ru-RU" b="0" dirty="0">
                <a:effectLst/>
                <a:latin typeface="DinaRemasterII"/>
              </a:rPr>
              <a:t> инкапсулирует логику работы камеры, включая ее положение и ориентацию.</a:t>
            </a:r>
            <a:endParaRPr lang="en-US" b="0" dirty="0">
              <a:effectLst/>
              <a:latin typeface="DinaRemasterII"/>
            </a:endParaRPr>
          </a:p>
          <a:p>
            <a:pPr>
              <a:lnSpc>
                <a:spcPts val="1650"/>
              </a:lnSpc>
              <a:buNone/>
            </a:pPr>
            <a:endParaRPr lang="en-US" b="0" dirty="0">
              <a:effectLst/>
              <a:latin typeface="DinaRemasterII"/>
            </a:endParaRPr>
          </a:p>
          <a:p>
            <a:pPr>
              <a:lnSpc>
                <a:spcPts val="1650"/>
              </a:lnSpc>
              <a:buNone/>
            </a:pPr>
            <a:r>
              <a:rPr lang="ru-RU" b="0" dirty="0">
                <a:effectLst/>
                <a:latin typeface="DinaRemasterII"/>
              </a:rPr>
              <a:t>Класс </a:t>
            </a:r>
            <a:r>
              <a:rPr lang="ru-RU" b="1" i="1" dirty="0">
                <a:effectLst/>
                <a:latin typeface="DinaRemasterII"/>
              </a:rPr>
              <a:t>Canvas</a:t>
            </a:r>
            <a:r>
              <a:rPr lang="ru-RU" b="0" dirty="0">
                <a:effectLst/>
                <a:latin typeface="DinaRemasterII"/>
              </a:rPr>
              <a:t> используется для сохранения сгенерированного изображения.</a:t>
            </a:r>
            <a:endParaRPr lang="en-US" b="0" dirty="0">
              <a:effectLst/>
              <a:latin typeface="DinaRemasterII"/>
            </a:endParaRPr>
          </a:p>
          <a:p>
            <a:pPr>
              <a:lnSpc>
                <a:spcPts val="1650"/>
              </a:lnSpc>
              <a:buNone/>
            </a:pPr>
            <a:endParaRPr lang="en-US" b="0" dirty="0">
              <a:effectLst/>
              <a:latin typeface="DinaRemasterII"/>
            </a:endParaRPr>
          </a:p>
          <a:p>
            <a:pPr>
              <a:lnSpc>
                <a:spcPts val="1650"/>
              </a:lnSpc>
              <a:buNone/>
            </a:pPr>
            <a:r>
              <a:rPr lang="ru-RU" b="0" dirty="0">
                <a:effectLst/>
                <a:latin typeface="DinaRemasterII"/>
              </a:rPr>
              <a:t>Класс </a:t>
            </a:r>
            <a:r>
              <a:rPr lang="ru-RU" b="1" i="1" dirty="0">
                <a:effectLst/>
                <a:latin typeface="DinaRemasterII"/>
              </a:rPr>
              <a:t>Renderer</a:t>
            </a:r>
            <a:r>
              <a:rPr lang="ru-RU" b="0" dirty="0">
                <a:effectLst/>
                <a:latin typeface="DinaRemasterII"/>
              </a:rPr>
              <a:t> осуществляет формирование изображения сцены (Scene) с позиции камеры (Camera) и записывает результат в выходной буфер (Canvas). Этот класс выполняет роль централь</a:t>
            </a:r>
            <a:r>
              <a:rPr lang="ru-RU" dirty="0">
                <a:latin typeface="DinaRemasterII"/>
              </a:rPr>
              <a:t>н</a:t>
            </a:r>
            <a:r>
              <a:rPr lang="ru-RU" b="0" dirty="0">
                <a:effectLst/>
                <a:latin typeface="DinaRemasterII"/>
              </a:rPr>
              <a:t>ого модуля, обеспечивая взаимодействии всех остальных компонентов системы.</a:t>
            </a:r>
          </a:p>
        </p:txBody>
      </p:sp>
      <p:sp>
        <p:nvSpPr>
          <p:cNvPr id="6" name="Номер слайда 5">
            <a:extLst>
              <a:ext uri="{FF2B5EF4-FFF2-40B4-BE49-F238E27FC236}">
                <a16:creationId xmlns:a16="http://schemas.microsoft.com/office/drawing/2014/main" id="{D143E6EA-538A-5F39-9A44-746591DA2E8E}"/>
              </a:ext>
            </a:extLst>
          </p:cNvPr>
          <p:cNvSpPr>
            <a:spLocks noGrp="1"/>
          </p:cNvSpPr>
          <p:nvPr>
            <p:ph type="sldNum" sz="quarter" idx="12"/>
          </p:nvPr>
        </p:nvSpPr>
        <p:spPr/>
        <p:txBody>
          <a:bodyPr/>
          <a:lstStyle/>
          <a:p>
            <a:fld id="{24A9D74F-141D-41EE-901B-47FF1BB5CC63}" type="slidenum">
              <a:rPr lang="ru-RU" smtClean="0"/>
              <a:t>8</a:t>
            </a:fld>
            <a:endParaRPr lang="ru-RU"/>
          </a:p>
        </p:txBody>
      </p:sp>
    </p:spTree>
    <p:extLst>
      <p:ext uri="{BB962C8B-B14F-4D97-AF65-F5344CB8AC3E}">
        <p14:creationId xmlns:p14="http://schemas.microsoft.com/office/powerpoint/2010/main" val="7400369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DF750AFD-AC3A-5359-A6ED-C6065DF0A9A4}"/>
              </a:ext>
            </a:extLst>
          </p:cNvPr>
          <p:cNvSpPr>
            <a:spLocks noGrp="1"/>
          </p:cNvSpPr>
          <p:nvPr>
            <p:ph type="title"/>
          </p:nvPr>
        </p:nvSpPr>
        <p:spPr/>
        <p:txBody>
          <a:bodyPr/>
          <a:lstStyle/>
          <a:p>
            <a:pPr algn="ctr"/>
            <a:r>
              <a:rPr lang="ru-RU" dirty="0"/>
              <a:t>Интерфейс и пример работы ПО</a:t>
            </a:r>
          </a:p>
        </p:txBody>
      </p:sp>
      <p:pic>
        <p:nvPicPr>
          <p:cNvPr id="5" name="Объект 4" descr="Изображение выглядит как снимок экрана, Мультимедийное программное обеспечение, программное обеспечение, Графическое программное обеспечение&#10;&#10;Содержимое, созданное искусственным интеллектом, может быть неверным.">
            <a:extLst>
              <a:ext uri="{FF2B5EF4-FFF2-40B4-BE49-F238E27FC236}">
                <a16:creationId xmlns:a16="http://schemas.microsoft.com/office/drawing/2014/main" id="{19E45D08-F447-1A64-2824-A33CFED37552}"/>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854148" y="1743523"/>
            <a:ext cx="8483703" cy="4559991"/>
          </a:xfrm>
        </p:spPr>
      </p:pic>
      <p:sp>
        <p:nvSpPr>
          <p:cNvPr id="6" name="Номер слайда 5">
            <a:extLst>
              <a:ext uri="{FF2B5EF4-FFF2-40B4-BE49-F238E27FC236}">
                <a16:creationId xmlns:a16="http://schemas.microsoft.com/office/drawing/2014/main" id="{EAE113F0-DA3A-F3EE-BB49-839A7AE16907}"/>
              </a:ext>
            </a:extLst>
          </p:cNvPr>
          <p:cNvSpPr>
            <a:spLocks noGrp="1"/>
          </p:cNvSpPr>
          <p:nvPr>
            <p:ph type="sldNum" sz="quarter" idx="12"/>
          </p:nvPr>
        </p:nvSpPr>
        <p:spPr/>
        <p:txBody>
          <a:bodyPr/>
          <a:lstStyle/>
          <a:p>
            <a:fld id="{24A9D74F-141D-41EE-901B-47FF1BB5CC63}" type="slidenum">
              <a:rPr lang="ru-RU" smtClean="0"/>
              <a:t>9</a:t>
            </a:fld>
            <a:endParaRPr lang="ru-RU"/>
          </a:p>
        </p:txBody>
      </p:sp>
    </p:spTree>
    <p:extLst>
      <p:ext uri="{BB962C8B-B14F-4D97-AF65-F5344CB8AC3E}">
        <p14:creationId xmlns:p14="http://schemas.microsoft.com/office/powerpoint/2010/main" val="312884518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00C77B3-359D-5733-5D17-43A4B92300A5}"/>
              </a:ext>
            </a:extLst>
          </p:cNvPr>
          <p:cNvSpPr>
            <a:spLocks noGrp="1"/>
          </p:cNvSpPr>
          <p:nvPr>
            <p:ph type="title"/>
          </p:nvPr>
        </p:nvSpPr>
        <p:spPr/>
        <p:txBody>
          <a:bodyPr/>
          <a:lstStyle/>
          <a:p>
            <a:pPr algn="ctr"/>
            <a:r>
              <a:rPr lang="ru-RU" dirty="0"/>
              <a:t>Интерфейс и пример работы ПО</a:t>
            </a:r>
          </a:p>
        </p:txBody>
      </p:sp>
      <p:sp>
        <p:nvSpPr>
          <p:cNvPr id="4" name="Номер слайда 3">
            <a:extLst>
              <a:ext uri="{FF2B5EF4-FFF2-40B4-BE49-F238E27FC236}">
                <a16:creationId xmlns:a16="http://schemas.microsoft.com/office/drawing/2014/main" id="{234C5BF3-FE0F-A74C-F1A0-C59D3F14DBDA}"/>
              </a:ext>
            </a:extLst>
          </p:cNvPr>
          <p:cNvSpPr>
            <a:spLocks noGrp="1"/>
          </p:cNvSpPr>
          <p:nvPr>
            <p:ph type="sldNum" sz="quarter" idx="12"/>
          </p:nvPr>
        </p:nvSpPr>
        <p:spPr/>
        <p:txBody>
          <a:bodyPr/>
          <a:lstStyle/>
          <a:p>
            <a:fld id="{24A9D74F-141D-41EE-901B-47FF1BB5CC63}" type="slidenum">
              <a:rPr lang="ru-RU" smtClean="0"/>
              <a:t>10</a:t>
            </a:fld>
            <a:endParaRPr lang="ru-RU"/>
          </a:p>
        </p:txBody>
      </p:sp>
      <p:pic>
        <p:nvPicPr>
          <p:cNvPr id="5" name="Рисунок 4" descr="Изображение выглядит как заварочный чайник, горшок, чайник, Предметная фотография&#10;&#10;Содержимое, созданное искусственным интеллектом, может быть неверным.">
            <a:extLst>
              <a:ext uri="{FF2B5EF4-FFF2-40B4-BE49-F238E27FC236}">
                <a16:creationId xmlns:a16="http://schemas.microsoft.com/office/drawing/2014/main" id="{8302E119-78F7-E8E4-AA5E-24E0145AC44C}"/>
              </a:ext>
            </a:extLst>
          </p:cNvPr>
          <p:cNvPicPr>
            <a:picLocks noChangeAspect="1"/>
          </p:cNvPicPr>
          <p:nvPr/>
        </p:nvPicPr>
        <p:blipFill>
          <a:blip r:embed="rId2"/>
          <a:stretch>
            <a:fillRect/>
          </a:stretch>
        </p:blipFill>
        <p:spPr>
          <a:xfrm>
            <a:off x="6462636" y="1696402"/>
            <a:ext cx="5020732" cy="2824162"/>
          </a:xfrm>
          <a:prstGeom prst="rect">
            <a:avLst/>
          </a:prstGeom>
        </p:spPr>
      </p:pic>
      <p:pic>
        <p:nvPicPr>
          <p:cNvPr id="6" name="Рисунок 5" descr="Изображение выглядит как заварочный чайник, в помещении, кухонные принадлежности, искусство&#10;&#10;Содержимое, созданное искусственным интеллектом, может быть неверным.">
            <a:extLst>
              <a:ext uri="{FF2B5EF4-FFF2-40B4-BE49-F238E27FC236}">
                <a16:creationId xmlns:a16="http://schemas.microsoft.com/office/drawing/2014/main" id="{7D4F5CD4-E7F0-42DC-A4EA-250B5FE2B93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08632" y="1690688"/>
            <a:ext cx="5168429" cy="2824162"/>
          </a:xfrm>
          <a:prstGeom prst="rect">
            <a:avLst/>
          </a:prstGeom>
        </p:spPr>
      </p:pic>
      <p:sp>
        <p:nvSpPr>
          <p:cNvPr id="7" name="TextBox 6">
            <a:extLst>
              <a:ext uri="{FF2B5EF4-FFF2-40B4-BE49-F238E27FC236}">
                <a16:creationId xmlns:a16="http://schemas.microsoft.com/office/drawing/2014/main" id="{C8F62F3E-AF85-8C1A-8E78-173B819B5ED5}"/>
              </a:ext>
            </a:extLst>
          </p:cNvPr>
          <p:cNvSpPr txBox="1"/>
          <p:nvPr/>
        </p:nvSpPr>
        <p:spPr>
          <a:xfrm>
            <a:off x="708632" y="4692779"/>
            <a:ext cx="5725047" cy="923330"/>
          </a:xfrm>
          <a:prstGeom prst="rect">
            <a:avLst/>
          </a:prstGeom>
          <a:noFill/>
        </p:spPr>
        <p:txBody>
          <a:bodyPr wrap="square" rtlCol="0">
            <a:spAutoFit/>
          </a:bodyPr>
          <a:lstStyle/>
          <a:p>
            <a:r>
              <a:rPr lang="ru-RU" dirty="0"/>
              <a:t>Чайник университета Юта</a:t>
            </a:r>
          </a:p>
          <a:p>
            <a:r>
              <a:rPr lang="ru-RU" dirty="0"/>
              <a:t>с различным числом полигонов</a:t>
            </a:r>
          </a:p>
          <a:p>
            <a:r>
              <a:rPr lang="ru-RU" dirty="0"/>
              <a:t>в Корнеллской коробке</a:t>
            </a:r>
          </a:p>
        </p:txBody>
      </p:sp>
      <p:sp>
        <p:nvSpPr>
          <p:cNvPr id="8" name="TextBox 7">
            <a:extLst>
              <a:ext uri="{FF2B5EF4-FFF2-40B4-BE49-F238E27FC236}">
                <a16:creationId xmlns:a16="http://schemas.microsoft.com/office/drawing/2014/main" id="{A8D03C64-B1A3-6D5E-2467-E6ADF1AC3403}"/>
              </a:ext>
            </a:extLst>
          </p:cNvPr>
          <p:cNvSpPr txBox="1"/>
          <p:nvPr/>
        </p:nvSpPr>
        <p:spPr>
          <a:xfrm>
            <a:off x="6466953" y="4692779"/>
            <a:ext cx="5725047" cy="646331"/>
          </a:xfrm>
          <a:prstGeom prst="rect">
            <a:avLst/>
          </a:prstGeom>
          <a:noFill/>
        </p:spPr>
        <p:txBody>
          <a:bodyPr wrap="square" rtlCol="0">
            <a:spAutoFit/>
          </a:bodyPr>
          <a:lstStyle/>
          <a:p>
            <a:r>
              <a:rPr lang="ru-RU" dirty="0"/>
              <a:t>Чайник университета Юта с использованием затенения по Фонгу</a:t>
            </a:r>
          </a:p>
        </p:txBody>
      </p:sp>
      <p:sp>
        <p:nvSpPr>
          <p:cNvPr id="10" name="TextBox 9">
            <a:extLst>
              <a:ext uri="{FF2B5EF4-FFF2-40B4-BE49-F238E27FC236}">
                <a16:creationId xmlns:a16="http://schemas.microsoft.com/office/drawing/2014/main" id="{D095C7B1-CDFC-5986-F47F-9EC1DD4ED19F}"/>
              </a:ext>
            </a:extLst>
          </p:cNvPr>
          <p:cNvSpPr txBox="1"/>
          <p:nvPr/>
        </p:nvSpPr>
        <p:spPr>
          <a:xfrm>
            <a:off x="708632" y="1696819"/>
            <a:ext cx="6094476" cy="369332"/>
          </a:xfrm>
          <a:prstGeom prst="rect">
            <a:avLst/>
          </a:prstGeom>
          <a:noFill/>
        </p:spPr>
        <p:txBody>
          <a:bodyPr wrap="square">
            <a:spAutoFit/>
          </a:bodyPr>
          <a:lstStyle/>
          <a:p>
            <a:r>
              <a:rPr lang="ru-RU" dirty="0">
                <a:solidFill>
                  <a:schemeClr val="bg1"/>
                </a:solidFill>
              </a:rPr>
              <a:t>1</a:t>
            </a:r>
            <a:r>
              <a:rPr lang="en-US" dirty="0">
                <a:solidFill>
                  <a:schemeClr val="bg1"/>
                </a:solidFill>
              </a:rPr>
              <a:t>0</a:t>
            </a:r>
            <a:r>
              <a:rPr lang="ru-RU" dirty="0">
                <a:solidFill>
                  <a:schemeClr val="bg1"/>
                </a:solidFill>
              </a:rPr>
              <a:t>8</a:t>
            </a:r>
          </a:p>
        </p:txBody>
      </p:sp>
      <p:sp>
        <p:nvSpPr>
          <p:cNvPr id="12" name="TextBox 11">
            <a:extLst>
              <a:ext uri="{FF2B5EF4-FFF2-40B4-BE49-F238E27FC236}">
                <a16:creationId xmlns:a16="http://schemas.microsoft.com/office/drawing/2014/main" id="{AF1244AE-70BF-3357-DBED-AF0911F0D130}"/>
              </a:ext>
            </a:extLst>
          </p:cNvPr>
          <p:cNvSpPr txBox="1"/>
          <p:nvPr/>
        </p:nvSpPr>
        <p:spPr>
          <a:xfrm>
            <a:off x="3386441" y="1686683"/>
            <a:ext cx="6094476" cy="369332"/>
          </a:xfrm>
          <a:prstGeom prst="rect">
            <a:avLst/>
          </a:prstGeom>
          <a:noFill/>
        </p:spPr>
        <p:txBody>
          <a:bodyPr wrap="square">
            <a:spAutoFit/>
          </a:bodyPr>
          <a:lstStyle/>
          <a:p>
            <a:r>
              <a:rPr lang="ru-RU" dirty="0">
                <a:solidFill>
                  <a:schemeClr val="bg1"/>
                </a:solidFill>
              </a:rPr>
              <a:t>532</a:t>
            </a:r>
          </a:p>
        </p:txBody>
      </p:sp>
      <p:sp>
        <p:nvSpPr>
          <p:cNvPr id="14" name="TextBox 13">
            <a:extLst>
              <a:ext uri="{FF2B5EF4-FFF2-40B4-BE49-F238E27FC236}">
                <a16:creationId xmlns:a16="http://schemas.microsoft.com/office/drawing/2014/main" id="{2301D4E3-7596-6297-08AC-F533FA266C17}"/>
              </a:ext>
            </a:extLst>
          </p:cNvPr>
          <p:cNvSpPr txBox="1"/>
          <p:nvPr/>
        </p:nvSpPr>
        <p:spPr>
          <a:xfrm>
            <a:off x="708632" y="3111757"/>
            <a:ext cx="6094476" cy="369332"/>
          </a:xfrm>
          <a:prstGeom prst="rect">
            <a:avLst/>
          </a:prstGeom>
          <a:noFill/>
        </p:spPr>
        <p:txBody>
          <a:bodyPr wrap="square">
            <a:spAutoFit/>
          </a:bodyPr>
          <a:lstStyle/>
          <a:p>
            <a:r>
              <a:rPr lang="ru-RU" dirty="0">
                <a:solidFill>
                  <a:schemeClr val="bg1"/>
                </a:solidFill>
              </a:rPr>
              <a:t>1166</a:t>
            </a:r>
          </a:p>
        </p:txBody>
      </p:sp>
      <p:sp>
        <p:nvSpPr>
          <p:cNvPr id="16" name="TextBox 15">
            <a:extLst>
              <a:ext uri="{FF2B5EF4-FFF2-40B4-BE49-F238E27FC236}">
                <a16:creationId xmlns:a16="http://schemas.microsoft.com/office/drawing/2014/main" id="{22B91F86-BE47-4DDA-E37B-B1796DE03C4A}"/>
              </a:ext>
            </a:extLst>
          </p:cNvPr>
          <p:cNvSpPr txBox="1"/>
          <p:nvPr/>
        </p:nvSpPr>
        <p:spPr>
          <a:xfrm>
            <a:off x="3386441" y="3130339"/>
            <a:ext cx="6094476" cy="369332"/>
          </a:xfrm>
          <a:prstGeom prst="rect">
            <a:avLst/>
          </a:prstGeom>
          <a:noFill/>
        </p:spPr>
        <p:txBody>
          <a:bodyPr wrap="square">
            <a:spAutoFit/>
          </a:bodyPr>
          <a:lstStyle/>
          <a:p>
            <a:r>
              <a:rPr lang="ru-RU" dirty="0">
                <a:solidFill>
                  <a:schemeClr val="bg1"/>
                </a:solidFill>
              </a:rPr>
              <a:t>2148</a:t>
            </a:r>
          </a:p>
        </p:txBody>
      </p:sp>
      <p:sp>
        <p:nvSpPr>
          <p:cNvPr id="17" name="TextBox 16">
            <a:extLst>
              <a:ext uri="{FF2B5EF4-FFF2-40B4-BE49-F238E27FC236}">
                <a16:creationId xmlns:a16="http://schemas.microsoft.com/office/drawing/2014/main" id="{D83B3760-B602-537B-D90C-0C4E93D27D47}"/>
              </a:ext>
            </a:extLst>
          </p:cNvPr>
          <p:cNvSpPr txBox="1"/>
          <p:nvPr/>
        </p:nvSpPr>
        <p:spPr>
          <a:xfrm>
            <a:off x="6599796" y="1706110"/>
            <a:ext cx="6094476" cy="369332"/>
          </a:xfrm>
          <a:prstGeom prst="rect">
            <a:avLst/>
          </a:prstGeom>
          <a:noFill/>
        </p:spPr>
        <p:txBody>
          <a:bodyPr wrap="square">
            <a:spAutoFit/>
          </a:bodyPr>
          <a:lstStyle/>
          <a:p>
            <a:r>
              <a:rPr lang="ru-RU" dirty="0">
                <a:solidFill>
                  <a:schemeClr val="bg1"/>
                </a:solidFill>
              </a:rPr>
              <a:t>532</a:t>
            </a:r>
          </a:p>
        </p:txBody>
      </p:sp>
    </p:spTree>
    <p:extLst>
      <p:ext uri="{BB962C8B-B14F-4D97-AF65-F5344CB8AC3E}">
        <p14:creationId xmlns:p14="http://schemas.microsoft.com/office/powerpoint/2010/main" val="5342461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8F6AF23-7BDE-9F39-1517-528D6F2B413C}"/>
              </a:ext>
            </a:extLst>
          </p:cNvPr>
          <p:cNvSpPr>
            <a:spLocks noGrp="1"/>
          </p:cNvSpPr>
          <p:nvPr>
            <p:ph type="title"/>
          </p:nvPr>
        </p:nvSpPr>
        <p:spPr/>
        <p:txBody>
          <a:bodyPr/>
          <a:lstStyle/>
          <a:p>
            <a:pPr algn="ctr"/>
            <a:r>
              <a:rPr lang="ru-RU" dirty="0"/>
              <a:t>Исследование времени генерации кадра</a:t>
            </a:r>
          </a:p>
        </p:txBody>
      </p:sp>
      <p:sp>
        <p:nvSpPr>
          <p:cNvPr id="6" name="TextBox 5">
            <a:extLst>
              <a:ext uri="{FF2B5EF4-FFF2-40B4-BE49-F238E27FC236}">
                <a16:creationId xmlns:a16="http://schemas.microsoft.com/office/drawing/2014/main" id="{7016EC4F-6149-2F67-47E4-336B22342EFB}"/>
              </a:ext>
            </a:extLst>
          </p:cNvPr>
          <p:cNvSpPr txBox="1"/>
          <p:nvPr/>
        </p:nvSpPr>
        <p:spPr>
          <a:xfrm>
            <a:off x="6530340" y="1690688"/>
            <a:ext cx="4273296" cy="2496837"/>
          </a:xfrm>
          <a:prstGeom prst="rect">
            <a:avLst/>
          </a:prstGeom>
          <a:noFill/>
        </p:spPr>
        <p:txBody>
          <a:bodyPr wrap="square">
            <a:spAutoFit/>
          </a:bodyPr>
          <a:lstStyle/>
          <a:p>
            <a:pPr>
              <a:lnSpc>
                <a:spcPts val="1650"/>
              </a:lnSpc>
              <a:buNone/>
            </a:pPr>
            <a:r>
              <a:rPr lang="ru-RU" b="0" dirty="0">
                <a:effectLst/>
                <a:latin typeface="DinaRemasterII"/>
              </a:rPr>
              <a:t>Для исследования времени генерации кадра были выбраны следующие варианты числа потоков:</a:t>
            </a:r>
          </a:p>
          <a:p>
            <a:pPr marL="285750" indent="-285750">
              <a:lnSpc>
                <a:spcPts val="1650"/>
              </a:lnSpc>
              <a:buFont typeface="Arial" panose="020B0604020202020204" pitchFamily="34" charset="0"/>
              <a:buChar char="•"/>
            </a:pPr>
            <a:r>
              <a:rPr lang="ru-RU" b="0" dirty="0">
                <a:effectLst/>
                <a:latin typeface="DinaRemasterII"/>
              </a:rPr>
              <a:t>Однопоточный режим (1);</a:t>
            </a:r>
          </a:p>
          <a:p>
            <a:pPr marL="285750" indent="-285750">
              <a:lnSpc>
                <a:spcPts val="1650"/>
              </a:lnSpc>
              <a:buFont typeface="Arial" panose="020B0604020202020204" pitchFamily="34" charset="0"/>
              <a:buChar char="•"/>
            </a:pPr>
            <a:r>
              <a:rPr lang="ru-RU" b="0" dirty="0">
                <a:effectLst/>
                <a:latin typeface="DinaRemasterII"/>
              </a:rPr>
              <a:t>Количество потоков, равное числу физических ядер процессора (6);</a:t>
            </a:r>
          </a:p>
          <a:p>
            <a:pPr marL="285750" indent="-285750">
              <a:lnSpc>
                <a:spcPts val="1650"/>
              </a:lnSpc>
              <a:buFont typeface="Arial" panose="020B0604020202020204" pitchFamily="34" charset="0"/>
              <a:buChar char="•"/>
            </a:pPr>
            <a:r>
              <a:rPr lang="ru-RU" b="0" dirty="0">
                <a:effectLst/>
                <a:latin typeface="DinaRemasterII"/>
              </a:rPr>
              <a:t>Количество потоков, равное числу логических ядер процессора (12);</a:t>
            </a:r>
          </a:p>
          <a:p>
            <a:pPr marL="285750" indent="-285750">
              <a:lnSpc>
                <a:spcPts val="1650"/>
              </a:lnSpc>
              <a:buFont typeface="Arial" panose="020B0604020202020204" pitchFamily="34" charset="0"/>
              <a:buChar char="•"/>
            </a:pPr>
            <a:r>
              <a:rPr lang="ru-RU" b="0" dirty="0">
                <a:effectLst/>
                <a:latin typeface="DinaRemasterII"/>
              </a:rPr>
              <a:t>Вдвое большее количество потоков по сравнению с числом логических ядер процессора (24).</a:t>
            </a:r>
          </a:p>
        </p:txBody>
      </p:sp>
      <p:sp>
        <p:nvSpPr>
          <p:cNvPr id="10" name="TextBox 9">
            <a:extLst>
              <a:ext uri="{FF2B5EF4-FFF2-40B4-BE49-F238E27FC236}">
                <a16:creationId xmlns:a16="http://schemas.microsoft.com/office/drawing/2014/main" id="{7A9C5682-384D-87BF-96F8-016DD86564A9}"/>
              </a:ext>
            </a:extLst>
          </p:cNvPr>
          <p:cNvSpPr txBox="1"/>
          <p:nvPr/>
        </p:nvSpPr>
        <p:spPr>
          <a:xfrm>
            <a:off x="838200" y="1690688"/>
            <a:ext cx="5141976" cy="4022896"/>
          </a:xfrm>
          <a:prstGeom prst="rect">
            <a:avLst/>
          </a:prstGeom>
          <a:noFill/>
        </p:spPr>
        <p:txBody>
          <a:bodyPr wrap="square">
            <a:spAutoFit/>
          </a:bodyPr>
          <a:lstStyle/>
          <a:p>
            <a:pPr>
              <a:lnSpc>
                <a:spcPts val="1650"/>
              </a:lnSpc>
              <a:buNone/>
            </a:pPr>
            <a:r>
              <a:rPr lang="ru-RU" b="0" dirty="0">
                <a:effectLst/>
                <a:latin typeface="DinaRemasterII"/>
              </a:rPr>
              <a:t>Тестовая сцена состоит из:</a:t>
            </a:r>
          </a:p>
          <a:p>
            <a:pPr marL="285750" indent="-285750">
              <a:lnSpc>
                <a:spcPts val="1650"/>
              </a:lnSpc>
              <a:buFont typeface="Arial" panose="020B0604020202020204" pitchFamily="34" charset="0"/>
              <a:buChar char="•"/>
            </a:pPr>
            <a:r>
              <a:rPr lang="ru-RU" b="0" dirty="0">
                <a:effectLst/>
                <a:latin typeface="DinaRemasterII"/>
              </a:rPr>
              <a:t>Корнеллской коробки;</a:t>
            </a:r>
          </a:p>
          <a:p>
            <a:pPr marL="285750" indent="-285750">
              <a:lnSpc>
                <a:spcPts val="1650"/>
              </a:lnSpc>
              <a:buFont typeface="Arial" panose="020B0604020202020204" pitchFamily="34" charset="0"/>
              <a:buChar char="•"/>
            </a:pPr>
            <a:r>
              <a:rPr lang="ru-RU" b="0" dirty="0">
                <a:effectLst/>
                <a:latin typeface="DinaRemasterII"/>
              </a:rPr>
              <a:t>чайника Юта;</a:t>
            </a:r>
          </a:p>
          <a:p>
            <a:pPr marL="285750" indent="-285750">
              <a:lnSpc>
                <a:spcPts val="1650"/>
              </a:lnSpc>
              <a:buFont typeface="Arial" panose="020B0604020202020204" pitchFamily="34" charset="0"/>
              <a:buChar char="•"/>
            </a:pPr>
            <a:r>
              <a:rPr lang="ru-RU" b="0" dirty="0">
                <a:effectLst/>
                <a:latin typeface="DinaRemasterII"/>
              </a:rPr>
              <a:t>точечного источника освещения.</a:t>
            </a:r>
            <a:endParaRPr lang="en-US" b="0" dirty="0">
              <a:effectLst/>
              <a:latin typeface="DinaRemasterII"/>
            </a:endParaRPr>
          </a:p>
          <a:p>
            <a:pPr>
              <a:lnSpc>
                <a:spcPts val="1650"/>
              </a:lnSpc>
            </a:pPr>
            <a:endParaRPr lang="en-US" b="0" dirty="0">
              <a:effectLst/>
              <a:latin typeface="DinaRemasterII"/>
            </a:endParaRPr>
          </a:p>
          <a:p>
            <a:pPr>
              <a:lnSpc>
                <a:spcPts val="1650"/>
              </a:lnSpc>
              <a:buNone/>
            </a:pPr>
            <a:r>
              <a:rPr lang="ru-RU" b="0" dirty="0">
                <a:effectLst/>
                <a:latin typeface="DinaRemasterII"/>
              </a:rPr>
              <a:t>Параметра генерации кадра:</a:t>
            </a:r>
          </a:p>
          <a:p>
            <a:pPr marL="285750" indent="-285750">
              <a:lnSpc>
                <a:spcPts val="1650"/>
              </a:lnSpc>
              <a:buFont typeface="Arial" panose="020B0604020202020204" pitchFamily="34" charset="0"/>
              <a:buChar char="•"/>
            </a:pPr>
            <a:r>
              <a:rPr lang="ru-RU" b="0" dirty="0">
                <a:effectLst/>
                <a:latin typeface="DinaRemasterII"/>
              </a:rPr>
              <a:t>разрешение кадра 1280</a:t>
            </a:r>
            <a:r>
              <a:rPr lang="en-US" b="0" dirty="0">
                <a:effectLst/>
                <a:latin typeface="DinaRemasterII"/>
              </a:rPr>
              <a:t>x720 </a:t>
            </a:r>
            <a:r>
              <a:rPr lang="ru-RU" b="0" dirty="0">
                <a:effectLst/>
                <a:latin typeface="DinaRemasterII"/>
              </a:rPr>
              <a:t>пикселей;</a:t>
            </a:r>
          </a:p>
          <a:p>
            <a:pPr marL="285750" indent="-285750">
              <a:lnSpc>
                <a:spcPts val="1650"/>
              </a:lnSpc>
              <a:buFont typeface="Arial" panose="020B0604020202020204" pitchFamily="34" charset="0"/>
              <a:buChar char="•"/>
            </a:pPr>
            <a:r>
              <a:rPr lang="ru-RU" b="0" dirty="0">
                <a:effectLst/>
                <a:latin typeface="DinaRemasterII"/>
              </a:rPr>
              <a:t>максимальное число переотражений луча = 2.</a:t>
            </a:r>
            <a:br>
              <a:rPr lang="en-US" b="0" dirty="0">
                <a:effectLst/>
                <a:latin typeface="DinaRemasterII"/>
              </a:rPr>
            </a:br>
            <a:endParaRPr lang="en-US" b="0" dirty="0">
              <a:effectLst/>
              <a:latin typeface="DinaRemasterII"/>
            </a:endParaRPr>
          </a:p>
          <a:p>
            <a:pPr>
              <a:lnSpc>
                <a:spcPts val="1650"/>
              </a:lnSpc>
              <a:buNone/>
            </a:pPr>
            <a:r>
              <a:rPr lang="ru-RU" b="0" dirty="0">
                <a:effectLst/>
                <a:latin typeface="DinaRemasterII"/>
              </a:rPr>
              <a:t>Параметры системы,</a:t>
            </a:r>
            <a:endParaRPr lang="en-US" b="0" dirty="0">
              <a:effectLst/>
              <a:latin typeface="DinaRemasterII"/>
            </a:endParaRPr>
          </a:p>
          <a:p>
            <a:pPr>
              <a:lnSpc>
                <a:spcPts val="1650"/>
              </a:lnSpc>
              <a:buNone/>
            </a:pPr>
            <a:r>
              <a:rPr lang="ru-RU" b="0" dirty="0">
                <a:effectLst/>
                <a:latin typeface="DinaRemasterII"/>
              </a:rPr>
              <a:t>на которой будут проводиться замеры времени:</a:t>
            </a:r>
            <a:endParaRPr lang="en-US" b="0" dirty="0">
              <a:effectLst/>
              <a:latin typeface="DinaRemasterII"/>
            </a:endParaRPr>
          </a:p>
          <a:p>
            <a:pPr marL="285750" indent="-285750">
              <a:lnSpc>
                <a:spcPts val="1650"/>
              </a:lnSpc>
              <a:buFont typeface="Arial" panose="020B0604020202020204" pitchFamily="34" charset="0"/>
              <a:buChar char="•"/>
            </a:pPr>
            <a:r>
              <a:rPr lang="en-US" b="0" dirty="0">
                <a:effectLst/>
                <a:latin typeface="DinaRemasterII"/>
              </a:rPr>
              <a:t>CPU - 6C/12T @ 3.7GHz;</a:t>
            </a:r>
          </a:p>
          <a:p>
            <a:pPr marL="285750" indent="-285750">
              <a:lnSpc>
                <a:spcPts val="1650"/>
              </a:lnSpc>
              <a:buFont typeface="Arial" panose="020B0604020202020204" pitchFamily="34" charset="0"/>
              <a:buChar char="•"/>
            </a:pPr>
            <a:r>
              <a:rPr lang="en-US" b="0" dirty="0">
                <a:effectLst/>
                <a:latin typeface="DinaRemasterII"/>
              </a:rPr>
              <a:t>RAM - 32GB DDR5;</a:t>
            </a:r>
          </a:p>
          <a:p>
            <a:pPr marL="285750" indent="-285750">
              <a:lnSpc>
                <a:spcPts val="1650"/>
              </a:lnSpc>
              <a:buFont typeface="Arial" panose="020B0604020202020204" pitchFamily="34" charset="0"/>
              <a:buChar char="•"/>
            </a:pPr>
            <a:r>
              <a:rPr lang="en-US" b="0" dirty="0">
                <a:effectLst/>
                <a:latin typeface="DinaRemasterII"/>
              </a:rPr>
              <a:t>OS - Windows 11.</a:t>
            </a:r>
          </a:p>
          <a:p>
            <a:pPr marL="285750" indent="-285750">
              <a:lnSpc>
                <a:spcPts val="1650"/>
              </a:lnSpc>
              <a:buFont typeface="Arial" panose="020B0604020202020204" pitchFamily="34" charset="0"/>
              <a:buChar char="•"/>
            </a:pPr>
            <a:endParaRPr lang="en-US" dirty="0">
              <a:latin typeface="DinaRemasterII"/>
            </a:endParaRPr>
          </a:p>
          <a:p>
            <a:pPr>
              <a:lnSpc>
                <a:spcPts val="1650"/>
              </a:lnSpc>
            </a:pPr>
            <a:r>
              <a:rPr lang="ru-RU" b="0" dirty="0">
                <a:effectLst/>
                <a:latin typeface="DinaRemasterII"/>
              </a:rPr>
              <a:t>Способ распар</a:t>
            </a:r>
            <a:r>
              <a:rPr lang="ru-RU" dirty="0">
                <a:latin typeface="DinaRemasterII"/>
              </a:rPr>
              <a:t>аллеливания – стандарт </a:t>
            </a:r>
            <a:r>
              <a:rPr lang="en-US" dirty="0">
                <a:latin typeface="DinaRemasterII"/>
              </a:rPr>
              <a:t>OpenMP, </a:t>
            </a:r>
            <a:r>
              <a:rPr lang="ru-RU" dirty="0">
                <a:latin typeface="DinaRemasterII"/>
              </a:rPr>
              <a:t>реализованный в языке </a:t>
            </a:r>
            <a:r>
              <a:rPr lang="en-US" dirty="0">
                <a:latin typeface="DinaRemasterII"/>
              </a:rPr>
              <a:t>C++ </a:t>
            </a:r>
            <a:r>
              <a:rPr lang="ru-RU" dirty="0">
                <a:latin typeface="DinaRemasterII"/>
              </a:rPr>
              <a:t>через директиву </a:t>
            </a:r>
            <a:r>
              <a:rPr lang="en-US" dirty="0">
                <a:latin typeface="DinaRemasterII"/>
              </a:rPr>
              <a:t>#pragma.</a:t>
            </a:r>
            <a:endParaRPr lang="en-US" b="0" dirty="0">
              <a:effectLst/>
              <a:latin typeface="DinaRemasterII"/>
            </a:endParaRPr>
          </a:p>
        </p:txBody>
      </p:sp>
      <p:sp>
        <p:nvSpPr>
          <p:cNvPr id="5" name="Номер слайда 4">
            <a:extLst>
              <a:ext uri="{FF2B5EF4-FFF2-40B4-BE49-F238E27FC236}">
                <a16:creationId xmlns:a16="http://schemas.microsoft.com/office/drawing/2014/main" id="{EADF2379-9CC0-AC0C-8BE3-30AB2EDF3CC1}"/>
              </a:ext>
            </a:extLst>
          </p:cNvPr>
          <p:cNvSpPr>
            <a:spLocks noGrp="1"/>
          </p:cNvSpPr>
          <p:nvPr>
            <p:ph type="sldNum" sz="quarter" idx="12"/>
          </p:nvPr>
        </p:nvSpPr>
        <p:spPr/>
        <p:txBody>
          <a:bodyPr/>
          <a:lstStyle/>
          <a:p>
            <a:fld id="{24A9D74F-141D-41EE-901B-47FF1BB5CC63}" type="slidenum">
              <a:rPr lang="ru-RU" smtClean="0"/>
              <a:t>11</a:t>
            </a:fld>
            <a:endParaRPr lang="ru-RU"/>
          </a:p>
        </p:txBody>
      </p:sp>
    </p:spTree>
    <p:extLst>
      <p:ext uri="{BB962C8B-B14F-4D97-AF65-F5344CB8AC3E}">
        <p14:creationId xmlns:p14="http://schemas.microsoft.com/office/powerpoint/2010/main" val="324987685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90E79AE-26A7-0DCC-B7F0-13B40A61FEA1}"/>
              </a:ext>
            </a:extLst>
          </p:cNvPr>
          <p:cNvSpPr>
            <a:spLocks noGrp="1"/>
          </p:cNvSpPr>
          <p:nvPr>
            <p:ph type="title"/>
          </p:nvPr>
        </p:nvSpPr>
        <p:spPr/>
        <p:txBody>
          <a:bodyPr/>
          <a:lstStyle/>
          <a:p>
            <a:pPr algn="ctr"/>
            <a:r>
              <a:rPr lang="ru-RU" dirty="0"/>
              <a:t>Исследование времени генерации кадра</a:t>
            </a:r>
          </a:p>
        </p:txBody>
      </p:sp>
      <p:graphicFrame>
        <p:nvGraphicFramePr>
          <p:cNvPr id="4" name="Объект 3">
            <a:extLst>
              <a:ext uri="{FF2B5EF4-FFF2-40B4-BE49-F238E27FC236}">
                <a16:creationId xmlns:a16="http://schemas.microsoft.com/office/drawing/2014/main" id="{0A52CBEE-1E4E-6581-B6C0-8D2273A66659}"/>
              </a:ext>
            </a:extLst>
          </p:cNvPr>
          <p:cNvGraphicFramePr>
            <a:graphicFrameLocks/>
          </p:cNvGraphicFramePr>
          <p:nvPr>
            <p:extLst>
              <p:ext uri="{D42A27DB-BD31-4B8C-83A1-F6EECF244321}">
                <p14:modId xmlns:p14="http://schemas.microsoft.com/office/powerpoint/2010/main" val="2488008466"/>
              </p:ext>
            </p:extLst>
          </p:nvPr>
        </p:nvGraphicFramePr>
        <p:xfrm>
          <a:off x="838200" y="1690688"/>
          <a:ext cx="10515600" cy="1854200"/>
        </p:xfrm>
        <a:graphic>
          <a:graphicData uri="http://schemas.openxmlformats.org/drawingml/2006/table">
            <a:tbl>
              <a:tblPr firstRow="1" bandRow="1">
                <a:tableStyleId>{5C22544A-7EE6-4342-B048-85BDC9FD1C3A}</a:tableStyleId>
              </a:tblPr>
              <a:tblGrid>
                <a:gridCol w="2103120">
                  <a:extLst>
                    <a:ext uri="{9D8B030D-6E8A-4147-A177-3AD203B41FA5}">
                      <a16:colId xmlns:a16="http://schemas.microsoft.com/office/drawing/2014/main" val="4174490754"/>
                    </a:ext>
                  </a:extLst>
                </a:gridCol>
                <a:gridCol w="2103120">
                  <a:extLst>
                    <a:ext uri="{9D8B030D-6E8A-4147-A177-3AD203B41FA5}">
                      <a16:colId xmlns:a16="http://schemas.microsoft.com/office/drawing/2014/main" val="361258600"/>
                    </a:ext>
                  </a:extLst>
                </a:gridCol>
                <a:gridCol w="2103120">
                  <a:extLst>
                    <a:ext uri="{9D8B030D-6E8A-4147-A177-3AD203B41FA5}">
                      <a16:colId xmlns:a16="http://schemas.microsoft.com/office/drawing/2014/main" val="3837086417"/>
                    </a:ext>
                  </a:extLst>
                </a:gridCol>
                <a:gridCol w="2103120">
                  <a:extLst>
                    <a:ext uri="{9D8B030D-6E8A-4147-A177-3AD203B41FA5}">
                      <a16:colId xmlns:a16="http://schemas.microsoft.com/office/drawing/2014/main" val="1572876730"/>
                    </a:ext>
                  </a:extLst>
                </a:gridCol>
                <a:gridCol w="2103120">
                  <a:extLst>
                    <a:ext uri="{9D8B030D-6E8A-4147-A177-3AD203B41FA5}">
                      <a16:colId xmlns:a16="http://schemas.microsoft.com/office/drawing/2014/main" val="3522322081"/>
                    </a:ext>
                  </a:extLst>
                </a:gridCol>
              </a:tblGrid>
              <a:tr h="370840">
                <a:tc>
                  <a:txBody>
                    <a:bodyPr/>
                    <a:lstStyle/>
                    <a:p>
                      <a:r>
                        <a:rPr lang="ru-RU" dirty="0"/>
                        <a:t>Число граней</a:t>
                      </a:r>
                    </a:p>
                  </a:txBody>
                  <a:tcPr/>
                </a:tc>
                <a:tc>
                  <a:txBody>
                    <a:bodyPr/>
                    <a:lstStyle/>
                    <a:p>
                      <a:r>
                        <a:rPr lang="ru-RU" dirty="0"/>
                        <a:t>1 поток</a:t>
                      </a:r>
                    </a:p>
                  </a:txBody>
                  <a:tcPr/>
                </a:tc>
                <a:tc>
                  <a:txBody>
                    <a:bodyPr/>
                    <a:lstStyle/>
                    <a:p>
                      <a:r>
                        <a:rPr lang="ru-RU" dirty="0"/>
                        <a:t>6 потоков</a:t>
                      </a:r>
                    </a:p>
                  </a:txBody>
                  <a:tcPr/>
                </a:tc>
                <a:tc>
                  <a:txBody>
                    <a:bodyPr/>
                    <a:lstStyle/>
                    <a:p>
                      <a:r>
                        <a:rPr lang="ru-RU" dirty="0"/>
                        <a:t>12 потоков</a:t>
                      </a:r>
                    </a:p>
                  </a:txBody>
                  <a:tcPr/>
                </a:tc>
                <a:tc>
                  <a:txBody>
                    <a:bodyPr/>
                    <a:lstStyle/>
                    <a:p>
                      <a:r>
                        <a:rPr lang="ru-RU" dirty="0"/>
                        <a:t>24 потока</a:t>
                      </a:r>
                    </a:p>
                  </a:txBody>
                  <a:tcPr/>
                </a:tc>
                <a:extLst>
                  <a:ext uri="{0D108BD9-81ED-4DB2-BD59-A6C34878D82A}">
                    <a16:rowId xmlns:a16="http://schemas.microsoft.com/office/drawing/2014/main" val="3070963034"/>
                  </a:ext>
                </a:extLst>
              </a:tr>
              <a:tr h="370840">
                <a:tc>
                  <a:txBody>
                    <a:bodyPr/>
                    <a:lstStyle/>
                    <a:p>
                      <a:r>
                        <a:rPr lang="ru-RU" dirty="0"/>
                        <a:t>108</a:t>
                      </a:r>
                    </a:p>
                  </a:txBody>
                  <a:tcPr/>
                </a:tc>
                <a:tc>
                  <a:txBody>
                    <a:bodyPr/>
                    <a:lstStyle/>
                    <a:p>
                      <a:r>
                        <a:rPr lang="ru-RU" dirty="0"/>
                        <a:t>15</a:t>
                      </a:r>
                      <a:r>
                        <a:rPr lang="en-US" dirty="0"/>
                        <a:t>.4</a:t>
                      </a:r>
                      <a:endParaRPr lang="ru-RU" dirty="0"/>
                    </a:p>
                  </a:txBody>
                  <a:tcPr/>
                </a:tc>
                <a:tc>
                  <a:txBody>
                    <a:bodyPr/>
                    <a:lstStyle/>
                    <a:p>
                      <a:r>
                        <a:rPr lang="en-US" dirty="0"/>
                        <a:t>4.5</a:t>
                      </a:r>
                      <a:endParaRPr lang="ru-RU" dirty="0"/>
                    </a:p>
                  </a:txBody>
                  <a:tcPr/>
                </a:tc>
                <a:tc>
                  <a:txBody>
                    <a:bodyPr/>
                    <a:lstStyle/>
                    <a:p>
                      <a:r>
                        <a:rPr lang="en-US" dirty="0"/>
                        <a:t>2.5</a:t>
                      </a:r>
                      <a:endParaRPr lang="ru-RU" dirty="0"/>
                    </a:p>
                  </a:txBody>
                  <a:tcPr/>
                </a:tc>
                <a:tc>
                  <a:txBody>
                    <a:bodyPr/>
                    <a:lstStyle/>
                    <a:p>
                      <a:r>
                        <a:rPr lang="en-US" dirty="0"/>
                        <a:t>2.6</a:t>
                      </a:r>
                      <a:endParaRPr lang="ru-RU" dirty="0"/>
                    </a:p>
                  </a:txBody>
                  <a:tcPr/>
                </a:tc>
                <a:extLst>
                  <a:ext uri="{0D108BD9-81ED-4DB2-BD59-A6C34878D82A}">
                    <a16:rowId xmlns:a16="http://schemas.microsoft.com/office/drawing/2014/main" val="2648224448"/>
                  </a:ext>
                </a:extLst>
              </a:tr>
              <a:tr h="370840">
                <a:tc>
                  <a:txBody>
                    <a:bodyPr/>
                    <a:lstStyle/>
                    <a:p>
                      <a:r>
                        <a:rPr lang="ru-RU" dirty="0"/>
                        <a:t>532</a:t>
                      </a:r>
                    </a:p>
                  </a:txBody>
                  <a:tcPr/>
                </a:tc>
                <a:tc>
                  <a:txBody>
                    <a:bodyPr/>
                    <a:lstStyle/>
                    <a:p>
                      <a:r>
                        <a:rPr lang="en-US" dirty="0"/>
                        <a:t>53.7</a:t>
                      </a:r>
                      <a:endParaRPr lang="ru-RU" dirty="0"/>
                    </a:p>
                  </a:txBody>
                  <a:tcPr/>
                </a:tc>
                <a:tc>
                  <a:txBody>
                    <a:bodyPr/>
                    <a:lstStyle/>
                    <a:p>
                      <a:r>
                        <a:rPr lang="en-US" dirty="0"/>
                        <a:t>15.8</a:t>
                      </a:r>
                      <a:endParaRPr lang="ru-RU" dirty="0"/>
                    </a:p>
                  </a:txBody>
                  <a:tcPr/>
                </a:tc>
                <a:tc>
                  <a:txBody>
                    <a:bodyPr/>
                    <a:lstStyle/>
                    <a:p>
                      <a:r>
                        <a:rPr lang="en-US" dirty="0"/>
                        <a:t>8.8</a:t>
                      </a:r>
                      <a:endParaRPr lang="ru-RU" dirty="0"/>
                    </a:p>
                  </a:txBody>
                  <a:tcPr/>
                </a:tc>
                <a:tc>
                  <a:txBody>
                    <a:bodyPr/>
                    <a:lstStyle/>
                    <a:p>
                      <a:r>
                        <a:rPr lang="en-US" dirty="0"/>
                        <a:t>9.6</a:t>
                      </a:r>
                      <a:endParaRPr lang="ru-RU" dirty="0"/>
                    </a:p>
                  </a:txBody>
                  <a:tcPr/>
                </a:tc>
                <a:extLst>
                  <a:ext uri="{0D108BD9-81ED-4DB2-BD59-A6C34878D82A}">
                    <a16:rowId xmlns:a16="http://schemas.microsoft.com/office/drawing/2014/main" val="4120175359"/>
                  </a:ext>
                </a:extLst>
              </a:tr>
              <a:tr h="370840">
                <a:tc>
                  <a:txBody>
                    <a:bodyPr/>
                    <a:lstStyle/>
                    <a:p>
                      <a:r>
                        <a:rPr lang="ru-RU" dirty="0"/>
                        <a:t>1166</a:t>
                      </a:r>
                    </a:p>
                  </a:txBody>
                  <a:tcPr/>
                </a:tc>
                <a:tc>
                  <a:txBody>
                    <a:bodyPr/>
                    <a:lstStyle/>
                    <a:p>
                      <a:r>
                        <a:rPr lang="en-US" dirty="0"/>
                        <a:t>114.7</a:t>
                      </a:r>
                      <a:endParaRPr lang="ru-RU" dirty="0"/>
                    </a:p>
                  </a:txBody>
                  <a:tcPr/>
                </a:tc>
                <a:tc>
                  <a:txBody>
                    <a:bodyPr/>
                    <a:lstStyle/>
                    <a:p>
                      <a:r>
                        <a:rPr lang="en-US" dirty="0"/>
                        <a:t>30.7</a:t>
                      </a:r>
                      <a:endParaRPr lang="ru-RU" dirty="0"/>
                    </a:p>
                  </a:txBody>
                  <a:tcPr/>
                </a:tc>
                <a:tc>
                  <a:txBody>
                    <a:bodyPr/>
                    <a:lstStyle/>
                    <a:p>
                      <a:r>
                        <a:rPr lang="en-US" dirty="0"/>
                        <a:t>18.8</a:t>
                      </a:r>
                      <a:endParaRPr lang="ru-RU" dirty="0"/>
                    </a:p>
                  </a:txBody>
                  <a:tcPr/>
                </a:tc>
                <a:tc>
                  <a:txBody>
                    <a:bodyPr/>
                    <a:lstStyle/>
                    <a:p>
                      <a:r>
                        <a:rPr lang="en-US" dirty="0"/>
                        <a:t>18.6</a:t>
                      </a:r>
                      <a:endParaRPr lang="ru-RU" dirty="0"/>
                    </a:p>
                  </a:txBody>
                  <a:tcPr/>
                </a:tc>
                <a:extLst>
                  <a:ext uri="{0D108BD9-81ED-4DB2-BD59-A6C34878D82A}">
                    <a16:rowId xmlns:a16="http://schemas.microsoft.com/office/drawing/2014/main" val="1974392335"/>
                  </a:ext>
                </a:extLst>
              </a:tr>
              <a:tr h="370840">
                <a:tc>
                  <a:txBody>
                    <a:bodyPr/>
                    <a:lstStyle/>
                    <a:p>
                      <a:r>
                        <a:rPr lang="ru-RU" dirty="0"/>
                        <a:t>2148</a:t>
                      </a:r>
                    </a:p>
                  </a:txBody>
                  <a:tcPr/>
                </a:tc>
                <a:tc>
                  <a:txBody>
                    <a:bodyPr/>
                    <a:lstStyle/>
                    <a:p>
                      <a:r>
                        <a:rPr lang="en-US" dirty="0"/>
                        <a:t>199.8</a:t>
                      </a:r>
                      <a:endParaRPr lang="ru-RU" dirty="0"/>
                    </a:p>
                  </a:txBody>
                  <a:tcPr/>
                </a:tc>
                <a:tc>
                  <a:txBody>
                    <a:bodyPr/>
                    <a:lstStyle/>
                    <a:p>
                      <a:r>
                        <a:rPr lang="en-US" dirty="0"/>
                        <a:t>55.8</a:t>
                      </a:r>
                      <a:endParaRPr lang="ru-RU" dirty="0"/>
                    </a:p>
                  </a:txBody>
                  <a:tcPr/>
                </a:tc>
                <a:tc>
                  <a:txBody>
                    <a:bodyPr/>
                    <a:lstStyle/>
                    <a:p>
                      <a:r>
                        <a:rPr lang="en-US" dirty="0"/>
                        <a:t>38.6</a:t>
                      </a:r>
                      <a:endParaRPr lang="ru-RU" dirty="0"/>
                    </a:p>
                  </a:txBody>
                  <a:tcPr/>
                </a:tc>
                <a:tc>
                  <a:txBody>
                    <a:bodyPr/>
                    <a:lstStyle/>
                    <a:p>
                      <a:r>
                        <a:rPr lang="en-US" dirty="0"/>
                        <a:t>36.1</a:t>
                      </a:r>
                      <a:endParaRPr lang="ru-RU" dirty="0"/>
                    </a:p>
                  </a:txBody>
                  <a:tcPr/>
                </a:tc>
                <a:extLst>
                  <a:ext uri="{0D108BD9-81ED-4DB2-BD59-A6C34878D82A}">
                    <a16:rowId xmlns:a16="http://schemas.microsoft.com/office/drawing/2014/main" val="775767942"/>
                  </a:ext>
                </a:extLst>
              </a:tr>
            </a:tbl>
          </a:graphicData>
        </a:graphic>
      </p:graphicFrame>
      <p:sp>
        <p:nvSpPr>
          <p:cNvPr id="6" name="TextBox 5">
            <a:extLst>
              <a:ext uri="{FF2B5EF4-FFF2-40B4-BE49-F238E27FC236}">
                <a16:creationId xmlns:a16="http://schemas.microsoft.com/office/drawing/2014/main" id="{C3522276-F9D8-31CD-FDDB-70EE49EB1411}"/>
              </a:ext>
            </a:extLst>
          </p:cNvPr>
          <p:cNvSpPr txBox="1"/>
          <p:nvPr/>
        </p:nvSpPr>
        <p:spPr>
          <a:xfrm>
            <a:off x="838200" y="3834922"/>
            <a:ext cx="5077968" cy="2714846"/>
          </a:xfrm>
          <a:prstGeom prst="rect">
            <a:avLst/>
          </a:prstGeom>
          <a:noFill/>
        </p:spPr>
        <p:txBody>
          <a:bodyPr wrap="square">
            <a:spAutoFit/>
          </a:bodyPr>
          <a:lstStyle/>
          <a:p>
            <a:pPr>
              <a:lnSpc>
                <a:spcPts val="1650"/>
              </a:lnSpc>
              <a:buNone/>
            </a:pPr>
            <a:r>
              <a:rPr lang="ru-RU" b="0" dirty="0">
                <a:effectLst/>
                <a:latin typeface="DinaRemasterII"/>
              </a:rPr>
              <a:t>Анализ представленных графиков позволяет сделать вывод, что прирост производительности с увеличением числа потоков носит ограниченный характер. Наиболее эффективным числом потоков является количество логических ядер процессора, при котором достигается максимальная параллельная загрузка. При дальнейшем увеличении числа потоков наблюдается снижение производительности, что связано с дополнительными затратами процессорного времени на переключение контекста между потоками.</a:t>
            </a:r>
          </a:p>
        </p:txBody>
      </p:sp>
      <p:pic>
        <p:nvPicPr>
          <p:cNvPr id="8" name="Рисунок 7" descr="Изображение выглядит как текст, диаграмма, линия, График&#10;&#10;Содержимое, созданное искусственным интеллектом, может быть неверным.">
            <a:extLst>
              <a:ext uri="{FF2B5EF4-FFF2-40B4-BE49-F238E27FC236}">
                <a16:creationId xmlns:a16="http://schemas.microsoft.com/office/drawing/2014/main" id="{849B2A75-B5EA-9235-F6FB-BA7BB09B3478}"/>
              </a:ext>
            </a:extLst>
          </p:cNvPr>
          <p:cNvPicPr>
            <a:picLocks noChangeAspect="1"/>
          </p:cNvPicPr>
          <p:nvPr/>
        </p:nvPicPr>
        <p:blipFill>
          <a:blip r:embed="rId2"/>
          <a:stretch>
            <a:fillRect/>
          </a:stretch>
        </p:blipFill>
        <p:spPr>
          <a:xfrm>
            <a:off x="6912864" y="3834922"/>
            <a:ext cx="3346704" cy="2613180"/>
          </a:xfrm>
          <a:prstGeom prst="rect">
            <a:avLst/>
          </a:prstGeom>
        </p:spPr>
      </p:pic>
      <p:sp>
        <p:nvSpPr>
          <p:cNvPr id="7" name="Номер слайда 6">
            <a:extLst>
              <a:ext uri="{FF2B5EF4-FFF2-40B4-BE49-F238E27FC236}">
                <a16:creationId xmlns:a16="http://schemas.microsoft.com/office/drawing/2014/main" id="{E486EBB9-BC02-E458-3C97-8A274D8D6627}"/>
              </a:ext>
            </a:extLst>
          </p:cNvPr>
          <p:cNvSpPr>
            <a:spLocks noGrp="1"/>
          </p:cNvSpPr>
          <p:nvPr>
            <p:ph type="sldNum" sz="quarter" idx="12"/>
          </p:nvPr>
        </p:nvSpPr>
        <p:spPr/>
        <p:txBody>
          <a:bodyPr/>
          <a:lstStyle/>
          <a:p>
            <a:fld id="{24A9D74F-141D-41EE-901B-47FF1BB5CC63}" type="slidenum">
              <a:rPr lang="ru-RU" smtClean="0"/>
              <a:t>12</a:t>
            </a:fld>
            <a:endParaRPr lang="ru-RU"/>
          </a:p>
        </p:txBody>
      </p:sp>
    </p:spTree>
    <p:extLst>
      <p:ext uri="{BB962C8B-B14F-4D97-AF65-F5344CB8AC3E}">
        <p14:creationId xmlns:p14="http://schemas.microsoft.com/office/powerpoint/2010/main" val="153420570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818D9E0-FA37-373C-0C90-7AC3CA59318D}"/>
              </a:ext>
            </a:extLst>
          </p:cNvPr>
          <p:cNvSpPr>
            <a:spLocks noGrp="1"/>
          </p:cNvSpPr>
          <p:nvPr>
            <p:ph type="title"/>
          </p:nvPr>
        </p:nvSpPr>
        <p:spPr/>
        <p:txBody>
          <a:bodyPr/>
          <a:lstStyle/>
          <a:p>
            <a:pPr algn="ctr"/>
            <a:r>
              <a:rPr lang="ru-RU" dirty="0"/>
              <a:t>Выводы</a:t>
            </a:r>
          </a:p>
        </p:txBody>
      </p:sp>
      <p:sp>
        <p:nvSpPr>
          <p:cNvPr id="3" name="Объект 2">
            <a:extLst>
              <a:ext uri="{FF2B5EF4-FFF2-40B4-BE49-F238E27FC236}">
                <a16:creationId xmlns:a16="http://schemas.microsoft.com/office/drawing/2014/main" id="{FABDF55A-51BD-E6EE-3DBE-5825C15842A3}"/>
              </a:ext>
            </a:extLst>
          </p:cNvPr>
          <p:cNvSpPr>
            <a:spLocks noGrp="1"/>
          </p:cNvSpPr>
          <p:nvPr>
            <p:ph idx="1"/>
          </p:nvPr>
        </p:nvSpPr>
        <p:spPr/>
        <p:txBody>
          <a:bodyPr>
            <a:normAutofit fontScale="77500" lnSpcReduction="20000"/>
          </a:bodyPr>
          <a:lstStyle/>
          <a:p>
            <a:pPr marL="0" indent="0">
              <a:buNone/>
            </a:pPr>
            <a:r>
              <a:rPr lang="ru-RU" dirty="0"/>
              <a:t>Цель работы достигнута – разработано ПО для визуализации трехмерных сцен, состоящих из геометрических примитивов.</a:t>
            </a:r>
          </a:p>
          <a:p>
            <a:pPr marL="0" indent="0">
              <a:buNone/>
            </a:pPr>
            <a:endParaRPr lang="ru-RU" dirty="0"/>
          </a:p>
          <a:p>
            <a:pPr marL="0" indent="0">
              <a:buNone/>
            </a:pPr>
            <a:r>
              <a:rPr lang="ru-RU" dirty="0"/>
              <a:t>В ходе выполнения работы были последовательно выполнены поставленные задачи</a:t>
            </a:r>
            <a:r>
              <a:rPr lang="en-US" dirty="0"/>
              <a:t>:</a:t>
            </a:r>
          </a:p>
          <a:p>
            <a:pPr marL="514350" indent="-514350">
              <a:buFont typeface="+mj-lt"/>
              <a:buAutoNum type="arabicPeriod"/>
            </a:pPr>
            <a:r>
              <a:rPr lang="ru-RU" dirty="0"/>
              <a:t>выбрать алгоритм генерации изображения, модель освещения и затенения;</a:t>
            </a:r>
          </a:p>
          <a:p>
            <a:pPr marL="514350" indent="-514350">
              <a:buFont typeface="+mj-lt"/>
              <a:buAutoNum type="arabicPeriod"/>
            </a:pPr>
            <a:r>
              <a:rPr lang="ru-RU" dirty="0"/>
              <a:t>описаны доступные для размещения на сцене модели и формализовать их;</a:t>
            </a:r>
          </a:p>
          <a:p>
            <a:pPr marL="514350" indent="-514350">
              <a:buFont typeface="+mj-lt"/>
              <a:buAutoNum type="arabicPeriod"/>
            </a:pPr>
            <a:r>
              <a:rPr lang="ru-RU" dirty="0"/>
              <a:t>построены схемы алгоритмов;</a:t>
            </a:r>
          </a:p>
          <a:p>
            <a:pPr marL="514350" indent="-514350">
              <a:buFont typeface="+mj-lt"/>
              <a:buAutoNum type="arabicPeriod"/>
            </a:pPr>
            <a:r>
              <a:rPr lang="ru-RU" dirty="0"/>
              <a:t>выбраны средства реализации;</a:t>
            </a:r>
          </a:p>
          <a:p>
            <a:pPr marL="514350" indent="-514350">
              <a:buFont typeface="+mj-lt"/>
              <a:buAutoNum type="arabicPeriod"/>
            </a:pPr>
            <a:r>
              <a:rPr lang="ru-RU" dirty="0"/>
              <a:t>реализовано спроектированное ПО с помощью выбранных средств;</a:t>
            </a:r>
          </a:p>
          <a:p>
            <a:pPr marL="514350" indent="-514350">
              <a:buFont typeface="+mj-lt"/>
              <a:buAutoNum type="arabicPeriod"/>
            </a:pPr>
            <a:r>
              <a:rPr lang="ru-RU" dirty="0"/>
              <a:t>проведено исследование производительности разработанного ПО.</a:t>
            </a:r>
          </a:p>
          <a:p>
            <a:pPr marL="514350" indent="-514350">
              <a:buFont typeface="+mj-lt"/>
              <a:buAutoNum type="arabicPeriod"/>
            </a:pPr>
            <a:endParaRPr lang="ru-RU" dirty="0"/>
          </a:p>
          <a:p>
            <a:pPr marL="0" indent="0">
              <a:buNone/>
            </a:pPr>
            <a:endParaRPr lang="ru-RU" dirty="0"/>
          </a:p>
        </p:txBody>
      </p:sp>
      <p:sp>
        <p:nvSpPr>
          <p:cNvPr id="6" name="Номер слайда 5">
            <a:extLst>
              <a:ext uri="{FF2B5EF4-FFF2-40B4-BE49-F238E27FC236}">
                <a16:creationId xmlns:a16="http://schemas.microsoft.com/office/drawing/2014/main" id="{1582DA18-E842-564B-6E31-416FDAAC6097}"/>
              </a:ext>
            </a:extLst>
          </p:cNvPr>
          <p:cNvSpPr>
            <a:spLocks noGrp="1"/>
          </p:cNvSpPr>
          <p:nvPr>
            <p:ph type="sldNum" sz="quarter" idx="12"/>
          </p:nvPr>
        </p:nvSpPr>
        <p:spPr/>
        <p:txBody>
          <a:bodyPr/>
          <a:lstStyle/>
          <a:p>
            <a:fld id="{24A9D74F-141D-41EE-901B-47FF1BB5CC63}" type="slidenum">
              <a:rPr lang="ru-RU" smtClean="0"/>
              <a:t>13</a:t>
            </a:fld>
            <a:endParaRPr lang="ru-RU"/>
          </a:p>
        </p:txBody>
      </p:sp>
    </p:spTree>
    <p:extLst>
      <p:ext uri="{BB962C8B-B14F-4D97-AF65-F5344CB8AC3E}">
        <p14:creationId xmlns:p14="http://schemas.microsoft.com/office/powerpoint/2010/main" val="2135586996"/>
      </p:ext>
    </p:extLst>
  </p:cSld>
  <p:clrMapOvr>
    <a:masterClrMapping/>
  </p:clrMapOvr>
</p:sld>
</file>

<file path=ppt/theme/theme1.xml><?xml version="1.0" encoding="utf-8"?>
<a:theme xmlns:a="http://schemas.openxmlformats.org/drawingml/2006/main" name="Тема Office">
  <a:themeElements>
    <a:clrScheme name="Стандартная">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Стандартная">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Тема Office">
  <a:themeElements>
    <a:clrScheme name="Стандартная">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Стандартная">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103</TotalTime>
  <Words>675</Words>
  <Application>Microsoft Office PowerPoint</Application>
  <PresentationFormat>Широкоэкранный</PresentationFormat>
  <Paragraphs>134</Paragraphs>
  <Slides>13</Slides>
  <Notes>0</Notes>
  <HiddenSlides>0</HiddenSlides>
  <MMClips>0</MMClips>
  <ScaleCrop>false</ScaleCrop>
  <HeadingPairs>
    <vt:vector size="6" baseType="variant">
      <vt:variant>
        <vt:lpstr>Использованные шрифты</vt:lpstr>
      </vt:variant>
      <vt:variant>
        <vt:i4>4</vt:i4>
      </vt:variant>
      <vt:variant>
        <vt:lpstr>Тема</vt:lpstr>
      </vt:variant>
      <vt:variant>
        <vt:i4>1</vt:i4>
      </vt:variant>
      <vt:variant>
        <vt:lpstr>Заголовки слайдов</vt:lpstr>
      </vt:variant>
      <vt:variant>
        <vt:i4>13</vt:i4>
      </vt:variant>
    </vt:vector>
  </HeadingPairs>
  <TitlesOfParts>
    <vt:vector size="18" baseType="lpstr">
      <vt:lpstr>Aptos</vt:lpstr>
      <vt:lpstr>Aptos Display</vt:lpstr>
      <vt:lpstr>Arial</vt:lpstr>
      <vt:lpstr>DinaRemasterII</vt:lpstr>
      <vt:lpstr>Тема Office</vt:lpstr>
      <vt:lpstr>Конструктор из геометрических примитивов</vt:lpstr>
      <vt:lpstr>Цели и задачи</vt:lpstr>
      <vt:lpstr>Трассировка лучей</vt:lpstr>
      <vt:lpstr>Модели освещения</vt:lpstr>
      <vt:lpstr>Формализованная постановка задача</vt:lpstr>
      <vt:lpstr>Схема алгоритма трассировки лучей</vt:lpstr>
      <vt:lpstr>Требования к ПО и средства реализации</vt:lpstr>
      <vt:lpstr>Диаграмма классов</vt:lpstr>
      <vt:lpstr>Интерфейс и пример работы ПО</vt:lpstr>
      <vt:lpstr>Интерфейс и пример работы ПО</vt:lpstr>
      <vt:lpstr>Исследование времени генерации кадра</vt:lpstr>
      <vt:lpstr>Исследование времени генерации кадра</vt:lpstr>
      <vt:lpstr>Выводы</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Семенчук Михаил</dc:creator>
  <cp:lastModifiedBy>Семенчук Михаил</cp:lastModifiedBy>
  <cp:revision>11</cp:revision>
  <dcterms:created xsi:type="dcterms:W3CDTF">2026-01-27T18:38:00Z</dcterms:created>
  <dcterms:modified xsi:type="dcterms:W3CDTF">2026-01-28T18:50:27Z</dcterms:modified>
</cp:coreProperties>
</file>